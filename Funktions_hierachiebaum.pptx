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0747DF-17E6-40FC-9146-051694ECF824}" v="24" dt="2025-12-14T14:03:46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320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dali Abdiu (s)" userId="6ba2def0-b9b1-4049-863c-8bfc2eb26721" providerId="ADAL" clId="{45502CF0-928D-44D5-8886-D139521CFA9E}"/>
    <pc:docChg chg="custSel modSld">
      <pc:chgData name="Mehmedali Abdiu (s)" userId="6ba2def0-b9b1-4049-863c-8bfc2eb26721" providerId="ADAL" clId="{45502CF0-928D-44D5-8886-D139521CFA9E}" dt="2025-12-13T13:03:22.616" v="3" actId="478"/>
      <pc:docMkLst>
        <pc:docMk/>
      </pc:docMkLst>
      <pc:sldChg chg="addSp delSp modSp mod">
        <pc:chgData name="Mehmedali Abdiu (s)" userId="6ba2def0-b9b1-4049-863c-8bfc2eb26721" providerId="ADAL" clId="{45502CF0-928D-44D5-8886-D139521CFA9E}" dt="2025-12-13T13:03:22.616" v="3" actId="478"/>
        <pc:sldMkLst>
          <pc:docMk/>
          <pc:sldMk cId="849298903" sldId="257"/>
        </pc:sldMkLst>
        <pc:picChg chg="add del mod">
          <ac:chgData name="Mehmedali Abdiu (s)" userId="6ba2def0-b9b1-4049-863c-8bfc2eb26721" providerId="ADAL" clId="{45502CF0-928D-44D5-8886-D139521CFA9E}" dt="2025-12-13T13:03:22.616" v="3" actId="478"/>
          <ac:picMkLst>
            <pc:docMk/>
            <pc:sldMk cId="849298903" sldId="257"/>
            <ac:picMk id="4" creationId="{B75A49A3-0ECB-4F4F-3C83-7B9371745313}"/>
          </ac:picMkLst>
        </pc:picChg>
      </pc:sldChg>
    </pc:docChg>
  </pc:docChgLst>
  <pc:docChgLst>
    <pc:chgData name="Denis Silva Meira" userId="5dbdbdf7580740ff" providerId="LiveId" clId="{0FA4E63B-62B8-4FB4-8FDC-98F071D47D52}"/>
    <pc:docChg chg="custSel modSld">
      <pc:chgData name="Denis Silva Meira" userId="5dbdbdf7580740ff" providerId="LiveId" clId="{0FA4E63B-62B8-4FB4-8FDC-98F071D47D52}" dt="2025-12-14T14:03:53.834" v="0" actId="478"/>
      <pc:docMkLst>
        <pc:docMk/>
      </pc:docMkLst>
      <pc:sldChg chg="delSp modSp mod">
        <pc:chgData name="Denis Silva Meira" userId="5dbdbdf7580740ff" providerId="LiveId" clId="{0FA4E63B-62B8-4FB4-8FDC-98F071D47D52}" dt="2025-12-14T14:03:53.834" v="0" actId="478"/>
        <pc:sldMkLst>
          <pc:docMk/>
          <pc:sldMk cId="3730357880" sldId="258"/>
        </pc:sldMkLst>
        <pc:cxnChg chg="del mod">
          <ac:chgData name="Denis Silva Meira" userId="5dbdbdf7580740ff" providerId="LiveId" clId="{0FA4E63B-62B8-4FB4-8FDC-98F071D47D52}" dt="2025-12-14T14:03:53.834" v="0" actId="478"/>
          <ac:cxnSpMkLst>
            <pc:docMk/>
            <pc:sldMk cId="3730357880" sldId="258"/>
            <ac:cxnSpMk id="92" creationId="{58317EA6-07CF-56FF-0ED2-EC9DC1F8CBF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3605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846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800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616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161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305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70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8328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6387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0691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6721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8390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08364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96823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91798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4079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5914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11F5CA-2DB8-8C7C-D701-10879747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EC39C8-F875-42A7-85B4-E9A037B49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D83B25-D41A-83A5-ADF7-17C82D625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7BF439-1CDE-E61D-9071-CADB56DD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F6835D-3408-CABE-782D-875AC7D7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689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4F5F873-595F-43C1-AD02-E65AEE3A159F}" type="datetimeFigureOut">
              <a:rPr lang="de-CH" smtClean="0"/>
              <a:t>14.12.2025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D9265ED-3E02-4D33-BBF1-61BB7F93301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6367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3187FA81-B37F-3F5D-5155-0660C5925B44}"/>
              </a:ext>
            </a:extLst>
          </p:cNvPr>
          <p:cNvSpPr txBox="1"/>
          <p:nvPr/>
        </p:nvSpPr>
        <p:spPr>
          <a:xfrm>
            <a:off x="5689543" y="2027815"/>
            <a:ext cx="121632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2400" dirty="0" err="1"/>
              <a:t>main</a:t>
            </a:r>
            <a:r>
              <a:rPr lang="de-CH" sz="2400" dirty="0"/>
              <a:t>()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CC2D986-4237-AE24-7BDB-491B78BD3581}"/>
              </a:ext>
            </a:extLst>
          </p:cNvPr>
          <p:cNvSpPr txBox="1"/>
          <p:nvPr/>
        </p:nvSpPr>
        <p:spPr>
          <a:xfrm>
            <a:off x="5326620" y="3392978"/>
            <a:ext cx="19421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 err="1"/>
              <a:t>read_csv_input</a:t>
            </a:r>
            <a:r>
              <a:rPr lang="de-CH" dirty="0"/>
              <a:t>()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F43B78F-0BA6-E822-5C21-10228E27E364}"/>
              </a:ext>
            </a:extLst>
          </p:cNvPr>
          <p:cNvSpPr txBox="1"/>
          <p:nvPr/>
        </p:nvSpPr>
        <p:spPr>
          <a:xfrm>
            <a:off x="5297209" y="4056391"/>
            <a:ext cx="20009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de-CH" dirty="0" err="1"/>
              <a:t>val_arbeitszeiten</a:t>
            </a:r>
            <a:r>
              <a:rPr lang="de-CH" dirty="0"/>
              <a:t>()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D0A28A6-D262-4C8F-5881-DAFC3091664E}"/>
              </a:ext>
            </a:extLst>
          </p:cNvPr>
          <p:cNvSpPr txBox="1"/>
          <p:nvPr/>
        </p:nvSpPr>
        <p:spPr>
          <a:xfrm>
            <a:off x="4937284" y="5089025"/>
            <a:ext cx="273354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de-CH" dirty="0" err="1"/>
              <a:t>math_stundenrechnung</a:t>
            </a:r>
            <a:r>
              <a:rPr lang="de-CH" dirty="0"/>
              <a:t> ()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816CE1E-98BA-F0F1-DBD5-E5524B81988F}"/>
              </a:ext>
            </a:extLst>
          </p:cNvPr>
          <p:cNvCxnSpPr>
            <a:cxnSpLocks/>
            <a:stCxn id="5" idx="2"/>
            <a:endCxn id="64" idx="0"/>
          </p:cNvCxnSpPr>
          <p:nvPr/>
        </p:nvCxnSpPr>
        <p:spPr>
          <a:xfrm flipH="1">
            <a:off x="6291356" y="2489480"/>
            <a:ext cx="6350" cy="254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298BBBC7-2396-30EF-C1D0-CE7B813B3E2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6150666" y="3909350"/>
            <a:ext cx="294081" cy="12700"/>
          </a:xfrm>
          <a:prstGeom prst="bentConnector3">
            <a:avLst>
              <a:gd name="adj1" fmla="val 42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EC77B619-FD95-078C-FDD8-CBE192157AE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16200000" flipH="1">
            <a:off x="5969230" y="4754198"/>
            <a:ext cx="663302" cy="6351"/>
          </a:xfrm>
          <a:prstGeom prst="bentConnector3">
            <a:avLst>
              <a:gd name="adj1" fmla="val 23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feld 5">
            <a:extLst>
              <a:ext uri="{FF2B5EF4-FFF2-40B4-BE49-F238E27FC236}">
                <a16:creationId xmlns:a16="http://schemas.microsoft.com/office/drawing/2014/main" id="{8B06F666-FB77-355E-84B8-DCDF71B493D0}"/>
              </a:ext>
            </a:extLst>
          </p:cNvPr>
          <p:cNvSpPr txBox="1"/>
          <p:nvPr/>
        </p:nvSpPr>
        <p:spPr>
          <a:xfrm>
            <a:off x="2331754" y="4686311"/>
            <a:ext cx="19421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 err="1"/>
              <a:t>zeit_zu_stunden</a:t>
            </a:r>
            <a:r>
              <a:rPr lang="de-CH" dirty="0"/>
              <a:t>()</a:t>
            </a:r>
          </a:p>
        </p:txBody>
      </p:sp>
      <p:sp>
        <p:nvSpPr>
          <p:cNvPr id="55" name="Textfeld 5">
            <a:extLst>
              <a:ext uri="{FF2B5EF4-FFF2-40B4-BE49-F238E27FC236}">
                <a16:creationId xmlns:a16="http://schemas.microsoft.com/office/drawing/2014/main" id="{105A720B-F707-67FE-A939-4BB62E663157}"/>
              </a:ext>
            </a:extLst>
          </p:cNvPr>
          <p:cNvSpPr txBox="1"/>
          <p:nvPr/>
        </p:nvSpPr>
        <p:spPr>
          <a:xfrm>
            <a:off x="2026956" y="5599551"/>
            <a:ext cx="25517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Vertragsbedingungen()</a:t>
            </a:r>
          </a:p>
        </p:txBody>
      </p:sp>
      <p:sp>
        <p:nvSpPr>
          <p:cNvPr id="56" name="Textfeld 5">
            <a:extLst>
              <a:ext uri="{FF2B5EF4-FFF2-40B4-BE49-F238E27FC236}">
                <a16:creationId xmlns:a16="http://schemas.microsoft.com/office/drawing/2014/main" id="{143543F4-519A-A901-DF98-214AB5654AEB}"/>
              </a:ext>
            </a:extLst>
          </p:cNvPr>
          <p:cNvSpPr txBox="1"/>
          <p:nvPr/>
        </p:nvSpPr>
        <p:spPr>
          <a:xfrm>
            <a:off x="2284689" y="4062741"/>
            <a:ext cx="19421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 err="1"/>
              <a:t>ist_gueltige_zeit</a:t>
            </a:r>
            <a:r>
              <a:rPr lang="de-CH" dirty="0"/>
              <a:t>()</a:t>
            </a:r>
          </a:p>
        </p:txBody>
      </p:sp>
      <p:sp>
        <p:nvSpPr>
          <p:cNvPr id="64" name="Textfeld 5">
            <a:extLst>
              <a:ext uri="{FF2B5EF4-FFF2-40B4-BE49-F238E27FC236}">
                <a16:creationId xmlns:a16="http://schemas.microsoft.com/office/drawing/2014/main" id="{96B46517-77E7-E0F0-5CCF-15282440B72D}"/>
              </a:ext>
            </a:extLst>
          </p:cNvPr>
          <p:cNvSpPr txBox="1"/>
          <p:nvPr/>
        </p:nvSpPr>
        <p:spPr>
          <a:xfrm>
            <a:off x="5320270" y="2744150"/>
            <a:ext cx="19421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 err="1"/>
              <a:t>User_input</a:t>
            </a:r>
            <a:r>
              <a:rPr lang="de-CH" dirty="0"/>
              <a:t>()</a:t>
            </a:r>
          </a:p>
        </p:txBody>
      </p:sp>
      <p:cxnSp>
        <p:nvCxnSpPr>
          <p:cNvPr id="73" name="Verbinder: gewinkelt 34">
            <a:extLst>
              <a:ext uri="{FF2B5EF4-FFF2-40B4-BE49-F238E27FC236}">
                <a16:creationId xmlns:a16="http://schemas.microsoft.com/office/drawing/2014/main" id="{E16C0238-CE1E-DC5C-D55F-261F84A8721C}"/>
              </a:ext>
            </a:extLst>
          </p:cNvPr>
          <p:cNvCxnSpPr>
            <a:cxnSpLocks/>
            <a:stCxn id="56" idx="3"/>
            <a:endCxn id="8" idx="1"/>
          </p:cNvCxnSpPr>
          <p:nvPr/>
        </p:nvCxnSpPr>
        <p:spPr>
          <a:xfrm flipV="1">
            <a:off x="4226861" y="4241057"/>
            <a:ext cx="1070348" cy="63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Verbinder: gewinkelt 34">
            <a:extLst>
              <a:ext uri="{FF2B5EF4-FFF2-40B4-BE49-F238E27FC236}">
                <a16:creationId xmlns:a16="http://schemas.microsoft.com/office/drawing/2014/main" id="{5EC2CF19-3ADA-0298-65D2-9FD3732040F0}"/>
              </a:ext>
            </a:extLst>
          </p:cNvPr>
          <p:cNvCxnSpPr>
            <a:cxnSpLocks/>
            <a:stCxn id="54" idx="2"/>
          </p:cNvCxnSpPr>
          <p:nvPr/>
        </p:nvCxnSpPr>
        <p:spPr>
          <a:xfrm rot="16200000" flipH="1">
            <a:off x="4075478" y="4283005"/>
            <a:ext cx="89169" cy="16344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Verbinder: gewinkelt 34">
            <a:extLst>
              <a:ext uri="{FF2B5EF4-FFF2-40B4-BE49-F238E27FC236}">
                <a16:creationId xmlns:a16="http://schemas.microsoft.com/office/drawing/2014/main" id="{F0578AFD-88D6-523D-A1D8-4F2F61733503}"/>
              </a:ext>
            </a:extLst>
          </p:cNvPr>
          <p:cNvCxnSpPr>
            <a:cxnSpLocks/>
          </p:cNvCxnSpPr>
          <p:nvPr/>
        </p:nvCxnSpPr>
        <p:spPr>
          <a:xfrm flipV="1">
            <a:off x="3302840" y="5414885"/>
            <a:ext cx="1634444" cy="169187"/>
          </a:xfrm>
          <a:prstGeom prst="bentConnector3">
            <a:avLst>
              <a:gd name="adj1" fmla="val 6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Verbinder: gewinkelt 32">
            <a:extLst>
              <a:ext uri="{FF2B5EF4-FFF2-40B4-BE49-F238E27FC236}">
                <a16:creationId xmlns:a16="http://schemas.microsoft.com/office/drawing/2014/main" id="{6B2E3567-8394-8C67-71F8-E27BEF5B5DCC}"/>
              </a:ext>
            </a:extLst>
          </p:cNvPr>
          <p:cNvCxnSpPr>
            <a:cxnSpLocks/>
            <a:stCxn id="64" idx="2"/>
            <a:endCxn id="6" idx="0"/>
          </p:cNvCxnSpPr>
          <p:nvPr/>
        </p:nvCxnSpPr>
        <p:spPr>
          <a:xfrm rot="16200000" flipH="1">
            <a:off x="6154783" y="3250055"/>
            <a:ext cx="279496" cy="6350"/>
          </a:xfrm>
          <a:prstGeom prst="bentConnector3">
            <a:avLst>
              <a:gd name="adj1" fmla="val -5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feld 4">
            <a:extLst>
              <a:ext uri="{FF2B5EF4-FFF2-40B4-BE49-F238E27FC236}">
                <a16:creationId xmlns:a16="http://schemas.microsoft.com/office/drawing/2014/main" id="{805362AF-4828-1871-1AD4-A977F63441DF}"/>
              </a:ext>
            </a:extLst>
          </p:cNvPr>
          <p:cNvSpPr txBox="1"/>
          <p:nvPr/>
        </p:nvSpPr>
        <p:spPr>
          <a:xfrm>
            <a:off x="3408829" y="264010"/>
            <a:ext cx="603773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CH" sz="2400" dirty="0"/>
              <a:t>Funktionshierarchiebaum: </a:t>
            </a:r>
            <a:r>
              <a:rPr lang="de-CH" sz="2400" dirty="0" err="1"/>
              <a:t>Zeitstemplungsrechner</a:t>
            </a:r>
            <a:endParaRPr lang="de-CH" sz="2400" dirty="0"/>
          </a:p>
        </p:txBody>
      </p:sp>
    </p:spTree>
    <p:extLst>
      <p:ext uri="{BB962C8B-B14F-4D97-AF65-F5344CB8AC3E}">
        <p14:creationId xmlns:p14="http://schemas.microsoft.com/office/powerpoint/2010/main" val="3730357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6BBB5F-A274-BF08-7DA4-755C20E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574"/>
            <a:ext cx="10515600" cy="572838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e-CH" sz="1800" b="1" dirty="0"/>
              <a:t>Allg. Information: </a:t>
            </a:r>
          </a:p>
          <a:p>
            <a:r>
              <a:rPr lang="de-CH" sz="1800" dirty="0"/>
              <a:t>Es sollte immer eine Pause gemacht werden. (Schichtbetrieb)</a:t>
            </a:r>
          </a:p>
          <a:p>
            <a:r>
              <a:rPr lang="de-CH" sz="1800" dirty="0"/>
              <a:t>Maximal Arbeitszeit ist vorgegeben durch Pensum</a:t>
            </a:r>
          </a:p>
          <a:p>
            <a:r>
              <a:rPr lang="de-CH" sz="1800" dirty="0"/>
              <a:t>Immer 5 Einträge sind bedingt (00:00 Einträge bei Nichtarbeit)</a:t>
            </a:r>
          </a:p>
          <a:p>
            <a:pPr marL="0" indent="0">
              <a:buNone/>
            </a:pPr>
            <a:endParaRPr lang="de-CH" sz="1800" dirty="0"/>
          </a:p>
          <a:p>
            <a:pPr marL="0" indent="0">
              <a:buNone/>
            </a:pPr>
            <a:r>
              <a:rPr lang="de-CH" sz="1800" b="1" dirty="0"/>
              <a:t>Beispiel Input CSV:</a:t>
            </a:r>
          </a:p>
          <a:p>
            <a:r>
              <a:rPr lang="de-CH" sz="1800" b="1" dirty="0" err="1"/>
              <a:t>str,str,FLOAT,str,float,float,float,float,float</a:t>
            </a:r>
            <a:r>
              <a:rPr lang="de-CH" sz="1800" b="1" dirty="0"/>
              <a:t>,</a:t>
            </a:r>
          </a:p>
          <a:p>
            <a:r>
              <a:rPr lang="de-CH" sz="1800" dirty="0"/>
              <a:t>Name,Vorname,Pensum,Tag,Eintrittsstempelung,Pauseneinttirtsstempelung,Pausenaustrittstempelung,Ausstrittsstempelung</a:t>
            </a:r>
          </a:p>
          <a:p>
            <a:pPr marL="0" indent="0">
              <a:buNone/>
            </a:pPr>
            <a:endParaRPr lang="de-CH" sz="1800" dirty="0"/>
          </a:p>
          <a:p>
            <a:r>
              <a:rPr lang="de-CH" sz="1800" dirty="0"/>
              <a:t>Datenstruktur Beispiel:</a:t>
            </a:r>
          </a:p>
          <a:p>
            <a:pPr lvl="1"/>
            <a:r>
              <a:rPr lang="de-CH" sz="1800" dirty="0"/>
              <a:t>Mustermann,Max,100,Montag,08.00,12.00,13.00,17.00, </a:t>
            </a:r>
            <a:r>
              <a:rPr lang="de-CH" dirty="0"/>
              <a:t>Dienstag,100,08.00,12.00,13.00,17.00</a:t>
            </a:r>
            <a:endParaRPr lang="de-CH" sz="1800" dirty="0"/>
          </a:p>
          <a:p>
            <a:pPr lvl="1"/>
            <a:r>
              <a:rPr lang="de-CH" sz="1800" dirty="0"/>
              <a:t>Musterfrau,Maxine,80,Dienstag,08.00,12.00,13.00,17.00</a:t>
            </a:r>
            <a:r>
              <a:rPr lang="de-CH" dirty="0"/>
              <a:t>, Freitag,100,08.00,12.00,13.00,17.00</a:t>
            </a:r>
          </a:p>
          <a:p>
            <a:pPr lvl="1"/>
            <a:endParaRPr lang="de-CH" sz="1800" dirty="0"/>
          </a:p>
          <a:p>
            <a:pPr lvl="1"/>
            <a:endParaRPr lang="de-CH" sz="1800" dirty="0"/>
          </a:p>
          <a:p>
            <a:r>
              <a:rPr lang="de-CH" sz="1800" dirty="0"/>
              <a:t>Beispiel Output Konsolenausgabe:</a:t>
            </a:r>
          </a:p>
          <a:p>
            <a:pPr lvl="1"/>
            <a:r>
              <a:rPr lang="de-CH" sz="1600" dirty="0"/>
              <a:t>Warnung bei Wochenendarbeit!</a:t>
            </a:r>
          </a:p>
          <a:p>
            <a:pPr lvl="1"/>
            <a:r>
              <a:rPr lang="de-CH" sz="1600" dirty="0"/>
              <a:t>Komplette eingelesene Datenstruktur</a:t>
            </a:r>
          </a:p>
          <a:p>
            <a:pPr lvl="1"/>
            <a:r>
              <a:rPr lang="de-CH" sz="1600" dirty="0"/>
              <a:t>Übersicht</a:t>
            </a:r>
          </a:p>
          <a:p>
            <a:pPr lvl="2"/>
            <a:r>
              <a:rPr lang="de-CH" dirty="0"/>
              <a:t>Nachname, Vorname, Pensum</a:t>
            </a:r>
          </a:p>
          <a:p>
            <a:pPr lvl="2"/>
            <a:r>
              <a:rPr lang="de-CH" dirty="0"/>
              <a:t>Effektivstunden</a:t>
            </a:r>
          </a:p>
          <a:p>
            <a:pPr lvl="2"/>
            <a:r>
              <a:rPr lang="de-CH" dirty="0"/>
              <a:t>Soll-stunden</a:t>
            </a:r>
          </a:p>
          <a:p>
            <a:pPr lvl="2"/>
            <a:r>
              <a:rPr lang="de-CH" dirty="0"/>
              <a:t>Differenz-zeit</a:t>
            </a:r>
          </a:p>
          <a:p>
            <a:pPr lvl="2"/>
            <a:r>
              <a:rPr lang="de-CH" dirty="0"/>
              <a:t>Pausen-Stunden</a:t>
            </a:r>
          </a:p>
          <a:p>
            <a:pPr lvl="2"/>
            <a:r>
              <a:rPr lang="de-CH" dirty="0"/>
              <a:t>Vertragsbedingungen eingehalten?</a:t>
            </a:r>
          </a:p>
          <a:p>
            <a:pPr lvl="2"/>
            <a:r>
              <a:rPr lang="de-CH" dirty="0"/>
              <a:t>Begründung der Vertrags-Verletzung</a:t>
            </a:r>
          </a:p>
          <a:p>
            <a:endParaRPr lang="de-CH" sz="1800" dirty="0"/>
          </a:p>
          <a:p>
            <a:endParaRPr lang="de-CH" sz="1800" dirty="0"/>
          </a:p>
          <a:p>
            <a:endParaRPr lang="de-CH" sz="1800" dirty="0"/>
          </a:p>
          <a:p>
            <a:endParaRPr lang="de-CH" sz="1800" dirty="0"/>
          </a:p>
        </p:txBody>
      </p:sp>
    </p:spTree>
    <p:extLst>
      <p:ext uri="{BB962C8B-B14F-4D97-AF65-F5344CB8AC3E}">
        <p14:creationId xmlns:p14="http://schemas.microsoft.com/office/powerpoint/2010/main" val="84929890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0</TotalTime>
  <Words>162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Droplet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Mehmedali Abdiu (s)</dc:creator>
  <cp:lastModifiedBy>Denis Silva Meira</cp:lastModifiedBy>
  <cp:revision>3</cp:revision>
  <dcterms:created xsi:type="dcterms:W3CDTF">2025-10-18T09:01:47Z</dcterms:created>
  <dcterms:modified xsi:type="dcterms:W3CDTF">2025-12-14T14:03:56Z</dcterms:modified>
</cp:coreProperties>
</file>