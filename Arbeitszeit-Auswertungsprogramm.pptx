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60" r:id="rId6"/>
    <p:sldId id="266" r:id="rId7"/>
    <p:sldId id="262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C878E-5A6C-4F4D-9725-A0FD8748E475}" v="1" dt="2025-12-14T14:04:41.633"/>
    <p1510:client id="{619749CB-953E-4065-9599-9792FD440861}" v="463" dt="2025-12-14T14:00:35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Silva Meira" userId="5dbdbdf7580740ff" providerId="LiveId" clId="{0FA4E63B-62B8-4FB4-8FDC-98F071D47D52}"/>
    <pc:docChg chg="custSel modSld">
      <pc:chgData name="Denis Silva Meira" userId="5dbdbdf7580740ff" providerId="LiveId" clId="{0FA4E63B-62B8-4FB4-8FDC-98F071D47D52}" dt="2025-12-14T14:04:41.664" v="1" actId="27636"/>
      <pc:docMkLst>
        <pc:docMk/>
      </pc:docMkLst>
      <pc:sldChg chg="modSp mod">
        <pc:chgData name="Denis Silva Meira" userId="5dbdbdf7580740ff" providerId="LiveId" clId="{0FA4E63B-62B8-4FB4-8FDC-98F071D47D52}" dt="2025-12-14T14:04:41.664" v="1" actId="27636"/>
        <pc:sldMkLst>
          <pc:docMk/>
          <pc:sldMk cId="1822015730" sldId="264"/>
        </pc:sldMkLst>
        <pc:spChg chg="mod">
          <ac:chgData name="Denis Silva Meira" userId="5dbdbdf7580740ff" providerId="LiveId" clId="{0FA4E63B-62B8-4FB4-8FDC-98F071D47D52}" dt="2025-12-14T14:04:41.664" v="1" actId="27636"/>
          <ac:spMkLst>
            <pc:docMk/>
            <pc:sldMk cId="1822015730" sldId="264"/>
            <ac:spMk id="2" creationId="{59FFD96E-0374-7A4B-1629-8E6345607E6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765FA-6B06-489F-97C3-896C1CE8C46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EDAFAB-BE99-409B-8D3E-CA2422E95539}">
      <dgm:prSet/>
      <dgm:spPr/>
      <dgm:t>
        <a:bodyPr/>
        <a:lstStyle/>
        <a:p>
          <a:r>
            <a:rPr lang="de-CH"/>
            <a:t>Themawahl</a:t>
          </a:r>
          <a:endParaRPr lang="en-US"/>
        </a:p>
      </dgm:t>
    </dgm:pt>
    <dgm:pt modelId="{FFC9AA9C-A23E-47E6-BF94-B2BC3A4DC2BF}" type="parTrans" cxnId="{A85D8BA9-DBB4-466E-9956-ECCD6E42B847}">
      <dgm:prSet/>
      <dgm:spPr/>
      <dgm:t>
        <a:bodyPr/>
        <a:lstStyle/>
        <a:p>
          <a:endParaRPr lang="en-US"/>
        </a:p>
      </dgm:t>
    </dgm:pt>
    <dgm:pt modelId="{7E4293F0-03F3-4607-9E1A-80519F486F0E}" type="sibTrans" cxnId="{A85D8BA9-DBB4-466E-9956-ECCD6E42B847}">
      <dgm:prSet/>
      <dgm:spPr/>
      <dgm:t>
        <a:bodyPr/>
        <a:lstStyle/>
        <a:p>
          <a:endParaRPr lang="en-US"/>
        </a:p>
      </dgm:t>
    </dgm:pt>
    <dgm:pt modelId="{652733F6-F553-4651-B8B7-85BE25926639}">
      <dgm:prSet/>
      <dgm:spPr/>
      <dgm:t>
        <a:bodyPr/>
        <a:lstStyle/>
        <a:p>
          <a:r>
            <a:rPr lang="de-CH"/>
            <a:t>Projektziele</a:t>
          </a:r>
          <a:endParaRPr lang="en-US"/>
        </a:p>
      </dgm:t>
    </dgm:pt>
    <dgm:pt modelId="{05D74C5F-3811-418D-86B2-4FED4440EC07}" type="parTrans" cxnId="{19B5B7C8-B70D-4A43-A38F-8AB9284CB227}">
      <dgm:prSet/>
      <dgm:spPr/>
      <dgm:t>
        <a:bodyPr/>
        <a:lstStyle/>
        <a:p>
          <a:endParaRPr lang="en-US"/>
        </a:p>
      </dgm:t>
    </dgm:pt>
    <dgm:pt modelId="{78A42631-FE92-45F0-8FA2-3E82EF6DBE8D}" type="sibTrans" cxnId="{19B5B7C8-B70D-4A43-A38F-8AB9284CB227}">
      <dgm:prSet/>
      <dgm:spPr/>
      <dgm:t>
        <a:bodyPr/>
        <a:lstStyle/>
        <a:p>
          <a:endParaRPr lang="en-US"/>
        </a:p>
      </dgm:t>
    </dgm:pt>
    <dgm:pt modelId="{FE986F11-28F9-47C2-948F-27AB9411BD89}">
      <dgm:prSet/>
      <dgm:spPr/>
      <dgm:t>
        <a:bodyPr/>
        <a:lstStyle/>
        <a:p>
          <a:r>
            <a:rPr lang="de-CH"/>
            <a:t>User Stories</a:t>
          </a:r>
          <a:endParaRPr lang="en-US"/>
        </a:p>
      </dgm:t>
    </dgm:pt>
    <dgm:pt modelId="{8BDF0417-95AB-4C18-AD04-25F629BD7E59}" type="parTrans" cxnId="{70562D9C-595B-40A2-A588-55E1D11E142C}">
      <dgm:prSet/>
      <dgm:spPr/>
      <dgm:t>
        <a:bodyPr/>
        <a:lstStyle/>
        <a:p>
          <a:endParaRPr lang="en-US"/>
        </a:p>
      </dgm:t>
    </dgm:pt>
    <dgm:pt modelId="{7F3F336E-C9B4-4668-9AE6-5A7412035F9A}" type="sibTrans" cxnId="{70562D9C-595B-40A2-A588-55E1D11E142C}">
      <dgm:prSet/>
      <dgm:spPr/>
      <dgm:t>
        <a:bodyPr/>
        <a:lstStyle/>
        <a:p>
          <a:endParaRPr lang="en-US"/>
        </a:p>
      </dgm:t>
    </dgm:pt>
    <dgm:pt modelId="{D143F386-90D7-4320-BD0B-E86B658C40F5}">
      <dgm:prSet/>
      <dgm:spPr/>
      <dgm:t>
        <a:bodyPr/>
        <a:lstStyle/>
        <a:p>
          <a:r>
            <a:rPr lang="de-CH"/>
            <a:t>Projektmanagement</a:t>
          </a:r>
          <a:endParaRPr lang="en-US"/>
        </a:p>
      </dgm:t>
    </dgm:pt>
    <dgm:pt modelId="{74A6EA17-0035-469E-AF57-A9966B27FB67}" type="parTrans" cxnId="{3B10EE41-F1B7-45DC-BE39-A369DE3D3A28}">
      <dgm:prSet/>
      <dgm:spPr/>
      <dgm:t>
        <a:bodyPr/>
        <a:lstStyle/>
        <a:p>
          <a:endParaRPr lang="en-US"/>
        </a:p>
      </dgm:t>
    </dgm:pt>
    <dgm:pt modelId="{2F810670-0223-436B-8748-425DB9CF47E7}" type="sibTrans" cxnId="{3B10EE41-F1B7-45DC-BE39-A369DE3D3A28}">
      <dgm:prSet/>
      <dgm:spPr/>
      <dgm:t>
        <a:bodyPr/>
        <a:lstStyle/>
        <a:p>
          <a:endParaRPr lang="en-US"/>
        </a:p>
      </dgm:t>
    </dgm:pt>
    <dgm:pt modelId="{7282C2DC-89F7-4F42-A2A3-E66D176B421D}">
      <dgm:prSet/>
      <dgm:spPr/>
      <dgm:t>
        <a:bodyPr/>
        <a:lstStyle/>
        <a:p>
          <a:r>
            <a:rPr lang="de-CH"/>
            <a:t>Live Demo</a:t>
          </a:r>
          <a:endParaRPr lang="en-US"/>
        </a:p>
      </dgm:t>
    </dgm:pt>
    <dgm:pt modelId="{2DA12C36-3E8C-4351-A915-CE22C905BEC7}" type="parTrans" cxnId="{DE550D56-FDB9-47F7-BF2A-12B6999EA2D3}">
      <dgm:prSet/>
      <dgm:spPr/>
      <dgm:t>
        <a:bodyPr/>
        <a:lstStyle/>
        <a:p>
          <a:endParaRPr lang="en-US"/>
        </a:p>
      </dgm:t>
    </dgm:pt>
    <dgm:pt modelId="{133F8C6D-ED35-49FD-836B-8BDBB94EFDC4}" type="sibTrans" cxnId="{DE550D56-FDB9-47F7-BF2A-12B6999EA2D3}">
      <dgm:prSet/>
      <dgm:spPr/>
      <dgm:t>
        <a:bodyPr/>
        <a:lstStyle/>
        <a:p>
          <a:endParaRPr lang="en-US"/>
        </a:p>
      </dgm:t>
    </dgm:pt>
    <dgm:pt modelId="{0F6B8B42-140F-4487-BAB2-42BBDF12E6DA}">
      <dgm:prSet/>
      <dgm:spPr/>
      <dgm:t>
        <a:bodyPr/>
        <a:lstStyle/>
        <a:p>
          <a:r>
            <a:rPr lang="de-CH"/>
            <a:t>Q &amp; A</a:t>
          </a:r>
          <a:endParaRPr lang="en-US"/>
        </a:p>
      </dgm:t>
    </dgm:pt>
    <dgm:pt modelId="{186E8BD8-DE49-4D86-A510-319DD1D89111}" type="parTrans" cxnId="{011D8D46-729A-48B0-B10B-287AB630CE22}">
      <dgm:prSet/>
      <dgm:spPr/>
      <dgm:t>
        <a:bodyPr/>
        <a:lstStyle/>
        <a:p>
          <a:endParaRPr lang="en-US"/>
        </a:p>
      </dgm:t>
    </dgm:pt>
    <dgm:pt modelId="{49D554B0-6984-42D3-8669-0292A49C43C7}" type="sibTrans" cxnId="{011D8D46-729A-48B0-B10B-287AB630CE22}">
      <dgm:prSet/>
      <dgm:spPr/>
      <dgm:t>
        <a:bodyPr/>
        <a:lstStyle/>
        <a:p>
          <a:endParaRPr lang="en-US"/>
        </a:p>
      </dgm:t>
    </dgm:pt>
    <dgm:pt modelId="{36DE04D0-A73F-480A-92FE-565920BD991B}" type="pres">
      <dgm:prSet presAssocID="{7BD765FA-6B06-489F-97C3-896C1CE8C462}" presName="linearFlow" presStyleCnt="0">
        <dgm:presLayoutVars>
          <dgm:resizeHandles val="exact"/>
        </dgm:presLayoutVars>
      </dgm:prSet>
      <dgm:spPr/>
    </dgm:pt>
    <dgm:pt modelId="{E27EA33F-3FAE-4BFE-9E4C-777612F1C962}" type="pres">
      <dgm:prSet presAssocID="{7EEDAFAB-BE99-409B-8D3E-CA2422E95539}" presName="node" presStyleLbl="node1" presStyleIdx="0" presStyleCnt="6">
        <dgm:presLayoutVars>
          <dgm:bulletEnabled val="1"/>
        </dgm:presLayoutVars>
      </dgm:prSet>
      <dgm:spPr/>
    </dgm:pt>
    <dgm:pt modelId="{88A07478-8CCA-4187-8A23-9594A5A9B452}" type="pres">
      <dgm:prSet presAssocID="{7E4293F0-03F3-4607-9E1A-80519F486F0E}" presName="sibTrans" presStyleLbl="sibTrans2D1" presStyleIdx="0" presStyleCnt="5"/>
      <dgm:spPr/>
    </dgm:pt>
    <dgm:pt modelId="{5C6E5D90-680A-4ED5-A648-CECB4F437597}" type="pres">
      <dgm:prSet presAssocID="{7E4293F0-03F3-4607-9E1A-80519F486F0E}" presName="connectorText" presStyleLbl="sibTrans2D1" presStyleIdx="0" presStyleCnt="5"/>
      <dgm:spPr/>
    </dgm:pt>
    <dgm:pt modelId="{4931F227-F371-4B98-BCBC-17FE035E0FED}" type="pres">
      <dgm:prSet presAssocID="{652733F6-F553-4651-B8B7-85BE25926639}" presName="node" presStyleLbl="node1" presStyleIdx="1" presStyleCnt="6">
        <dgm:presLayoutVars>
          <dgm:bulletEnabled val="1"/>
        </dgm:presLayoutVars>
      </dgm:prSet>
      <dgm:spPr/>
    </dgm:pt>
    <dgm:pt modelId="{E6334863-407E-424C-A972-27DE2479C651}" type="pres">
      <dgm:prSet presAssocID="{78A42631-FE92-45F0-8FA2-3E82EF6DBE8D}" presName="sibTrans" presStyleLbl="sibTrans2D1" presStyleIdx="1" presStyleCnt="5"/>
      <dgm:spPr/>
    </dgm:pt>
    <dgm:pt modelId="{3DCC63AC-CBD2-4D57-928F-9F2040958666}" type="pres">
      <dgm:prSet presAssocID="{78A42631-FE92-45F0-8FA2-3E82EF6DBE8D}" presName="connectorText" presStyleLbl="sibTrans2D1" presStyleIdx="1" presStyleCnt="5"/>
      <dgm:spPr/>
    </dgm:pt>
    <dgm:pt modelId="{DF91D9D2-1B35-44A7-A9E8-B83B2260E7EA}" type="pres">
      <dgm:prSet presAssocID="{FE986F11-28F9-47C2-948F-27AB9411BD89}" presName="node" presStyleLbl="node1" presStyleIdx="2" presStyleCnt="6">
        <dgm:presLayoutVars>
          <dgm:bulletEnabled val="1"/>
        </dgm:presLayoutVars>
      </dgm:prSet>
      <dgm:spPr/>
    </dgm:pt>
    <dgm:pt modelId="{DAFA2C8D-064F-4F66-B800-5C5F805F7E6B}" type="pres">
      <dgm:prSet presAssocID="{7F3F336E-C9B4-4668-9AE6-5A7412035F9A}" presName="sibTrans" presStyleLbl="sibTrans2D1" presStyleIdx="2" presStyleCnt="5"/>
      <dgm:spPr/>
    </dgm:pt>
    <dgm:pt modelId="{18133595-742F-4B13-851B-B81AC486E122}" type="pres">
      <dgm:prSet presAssocID="{7F3F336E-C9B4-4668-9AE6-5A7412035F9A}" presName="connectorText" presStyleLbl="sibTrans2D1" presStyleIdx="2" presStyleCnt="5"/>
      <dgm:spPr/>
    </dgm:pt>
    <dgm:pt modelId="{E68C045A-ED0C-4621-9711-E0CA4072FBAC}" type="pres">
      <dgm:prSet presAssocID="{D143F386-90D7-4320-BD0B-E86B658C40F5}" presName="node" presStyleLbl="node1" presStyleIdx="3" presStyleCnt="6">
        <dgm:presLayoutVars>
          <dgm:bulletEnabled val="1"/>
        </dgm:presLayoutVars>
      </dgm:prSet>
      <dgm:spPr/>
    </dgm:pt>
    <dgm:pt modelId="{DBA29B26-DA37-4B03-AFAC-1BD570C36D18}" type="pres">
      <dgm:prSet presAssocID="{2F810670-0223-436B-8748-425DB9CF47E7}" presName="sibTrans" presStyleLbl="sibTrans2D1" presStyleIdx="3" presStyleCnt="5"/>
      <dgm:spPr/>
    </dgm:pt>
    <dgm:pt modelId="{1197B3BD-869C-41BD-B469-6C304E2B26CF}" type="pres">
      <dgm:prSet presAssocID="{2F810670-0223-436B-8748-425DB9CF47E7}" presName="connectorText" presStyleLbl="sibTrans2D1" presStyleIdx="3" presStyleCnt="5"/>
      <dgm:spPr/>
    </dgm:pt>
    <dgm:pt modelId="{ED85992D-42DE-4D2A-BF2B-9C0F1B22A031}" type="pres">
      <dgm:prSet presAssocID="{7282C2DC-89F7-4F42-A2A3-E66D176B421D}" presName="node" presStyleLbl="node1" presStyleIdx="4" presStyleCnt="6">
        <dgm:presLayoutVars>
          <dgm:bulletEnabled val="1"/>
        </dgm:presLayoutVars>
      </dgm:prSet>
      <dgm:spPr/>
    </dgm:pt>
    <dgm:pt modelId="{300EDB13-936B-45D2-BA18-8786F9618F74}" type="pres">
      <dgm:prSet presAssocID="{133F8C6D-ED35-49FD-836B-8BDBB94EFDC4}" presName="sibTrans" presStyleLbl="sibTrans2D1" presStyleIdx="4" presStyleCnt="5"/>
      <dgm:spPr/>
    </dgm:pt>
    <dgm:pt modelId="{22166E4E-1F90-4D39-B719-92B772A2BA57}" type="pres">
      <dgm:prSet presAssocID="{133F8C6D-ED35-49FD-836B-8BDBB94EFDC4}" presName="connectorText" presStyleLbl="sibTrans2D1" presStyleIdx="4" presStyleCnt="5"/>
      <dgm:spPr/>
    </dgm:pt>
    <dgm:pt modelId="{B196D2AE-3217-40E0-A884-77F1276C67D1}" type="pres">
      <dgm:prSet presAssocID="{0F6B8B42-140F-4487-BAB2-42BBDF12E6DA}" presName="node" presStyleLbl="node1" presStyleIdx="5" presStyleCnt="6">
        <dgm:presLayoutVars>
          <dgm:bulletEnabled val="1"/>
        </dgm:presLayoutVars>
      </dgm:prSet>
      <dgm:spPr/>
    </dgm:pt>
  </dgm:ptLst>
  <dgm:cxnLst>
    <dgm:cxn modelId="{09718A0C-836A-4BC0-9C71-5BDE9DF02157}" type="presOf" srcId="{2F810670-0223-436B-8748-425DB9CF47E7}" destId="{1197B3BD-869C-41BD-B469-6C304E2B26CF}" srcOrd="1" destOrd="0" presId="urn:microsoft.com/office/officeart/2005/8/layout/process2"/>
    <dgm:cxn modelId="{0E01F82F-4A84-4E23-BFF0-4601D7D0C181}" type="presOf" srcId="{133F8C6D-ED35-49FD-836B-8BDBB94EFDC4}" destId="{300EDB13-936B-45D2-BA18-8786F9618F74}" srcOrd="0" destOrd="0" presId="urn:microsoft.com/office/officeart/2005/8/layout/process2"/>
    <dgm:cxn modelId="{D6E87630-FA42-4F7A-93EC-DEBBD8E6A846}" type="presOf" srcId="{7F3F336E-C9B4-4668-9AE6-5A7412035F9A}" destId="{18133595-742F-4B13-851B-B81AC486E122}" srcOrd="1" destOrd="0" presId="urn:microsoft.com/office/officeart/2005/8/layout/process2"/>
    <dgm:cxn modelId="{883E063C-495F-4046-BF81-1918C132296A}" type="presOf" srcId="{133F8C6D-ED35-49FD-836B-8BDBB94EFDC4}" destId="{22166E4E-1F90-4D39-B719-92B772A2BA57}" srcOrd="1" destOrd="0" presId="urn:microsoft.com/office/officeart/2005/8/layout/process2"/>
    <dgm:cxn modelId="{D1A8B43D-C2D3-4233-8498-2F631DB641F9}" type="presOf" srcId="{78A42631-FE92-45F0-8FA2-3E82EF6DBE8D}" destId="{E6334863-407E-424C-A972-27DE2479C651}" srcOrd="0" destOrd="0" presId="urn:microsoft.com/office/officeart/2005/8/layout/process2"/>
    <dgm:cxn modelId="{6AF1D441-5E6E-4AFC-9ACE-2591A2D3653F}" type="presOf" srcId="{7F3F336E-C9B4-4668-9AE6-5A7412035F9A}" destId="{DAFA2C8D-064F-4F66-B800-5C5F805F7E6B}" srcOrd="0" destOrd="0" presId="urn:microsoft.com/office/officeart/2005/8/layout/process2"/>
    <dgm:cxn modelId="{3B10EE41-F1B7-45DC-BE39-A369DE3D3A28}" srcId="{7BD765FA-6B06-489F-97C3-896C1CE8C462}" destId="{D143F386-90D7-4320-BD0B-E86B658C40F5}" srcOrd="3" destOrd="0" parTransId="{74A6EA17-0035-469E-AF57-A9966B27FB67}" sibTransId="{2F810670-0223-436B-8748-425DB9CF47E7}"/>
    <dgm:cxn modelId="{7F64ED65-F096-4A1C-A1E8-FF5E0A8507CF}" type="presOf" srcId="{7E4293F0-03F3-4607-9E1A-80519F486F0E}" destId="{5C6E5D90-680A-4ED5-A648-CECB4F437597}" srcOrd="1" destOrd="0" presId="urn:microsoft.com/office/officeart/2005/8/layout/process2"/>
    <dgm:cxn modelId="{011D8D46-729A-48B0-B10B-287AB630CE22}" srcId="{7BD765FA-6B06-489F-97C3-896C1CE8C462}" destId="{0F6B8B42-140F-4487-BAB2-42BBDF12E6DA}" srcOrd="5" destOrd="0" parTransId="{186E8BD8-DE49-4D86-A510-319DD1D89111}" sibTransId="{49D554B0-6984-42D3-8669-0292A49C43C7}"/>
    <dgm:cxn modelId="{DE550D56-FDB9-47F7-BF2A-12B6999EA2D3}" srcId="{7BD765FA-6B06-489F-97C3-896C1CE8C462}" destId="{7282C2DC-89F7-4F42-A2A3-E66D176B421D}" srcOrd="4" destOrd="0" parTransId="{2DA12C36-3E8C-4351-A915-CE22C905BEC7}" sibTransId="{133F8C6D-ED35-49FD-836B-8BDBB94EFDC4}"/>
    <dgm:cxn modelId="{D932C482-9CA0-47BC-9D4E-927A1D808100}" type="presOf" srcId="{D143F386-90D7-4320-BD0B-E86B658C40F5}" destId="{E68C045A-ED0C-4621-9711-E0CA4072FBAC}" srcOrd="0" destOrd="0" presId="urn:microsoft.com/office/officeart/2005/8/layout/process2"/>
    <dgm:cxn modelId="{676B7D98-DDA0-4749-BCE3-8C5C1F83264A}" type="presOf" srcId="{7BD765FA-6B06-489F-97C3-896C1CE8C462}" destId="{36DE04D0-A73F-480A-92FE-565920BD991B}" srcOrd="0" destOrd="0" presId="urn:microsoft.com/office/officeart/2005/8/layout/process2"/>
    <dgm:cxn modelId="{70562D9C-595B-40A2-A588-55E1D11E142C}" srcId="{7BD765FA-6B06-489F-97C3-896C1CE8C462}" destId="{FE986F11-28F9-47C2-948F-27AB9411BD89}" srcOrd="2" destOrd="0" parTransId="{8BDF0417-95AB-4C18-AD04-25F629BD7E59}" sibTransId="{7F3F336E-C9B4-4668-9AE6-5A7412035F9A}"/>
    <dgm:cxn modelId="{79F488A7-7FD6-4502-BFBC-C83FB3B34B22}" type="presOf" srcId="{7282C2DC-89F7-4F42-A2A3-E66D176B421D}" destId="{ED85992D-42DE-4D2A-BF2B-9C0F1B22A031}" srcOrd="0" destOrd="0" presId="urn:microsoft.com/office/officeart/2005/8/layout/process2"/>
    <dgm:cxn modelId="{A85D8BA9-DBB4-466E-9956-ECCD6E42B847}" srcId="{7BD765FA-6B06-489F-97C3-896C1CE8C462}" destId="{7EEDAFAB-BE99-409B-8D3E-CA2422E95539}" srcOrd="0" destOrd="0" parTransId="{FFC9AA9C-A23E-47E6-BF94-B2BC3A4DC2BF}" sibTransId="{7E4293F0-03F3-4607-9E1A-80519F486F0E}"/>
    <dgm:cxn modelId="{D2DD00AE-E76D-4BE3-B8FE-933358ABB289}" type="presOf" srcId="{7EEDAFAB-BE99-409B-8D3E-CA2422E95539}" destId="{E27EA33F-3FAE-4BFE-9E4C-777612F1C962}" srcOrd="0" destOrd="0" presId="urn:microsoft.com/office/officeart/2005/8/layout/process2"/>
    <dgm:cxn modelId="{D7F0D3B6-1E6E-48E3-BC9D-5170568C5F0C}" type="presOf" srcId="{FE986F11-28F9-47C2-948F-27AB9411BD89}" destId="{DF91D9D2-1B35-44A7-A9E8-B83B2260E7EA}" srcOrd="0" destOrd="0" presId="urn:microsoft.com/office/officeart/2005/8/layout/process2"/>
    <dgm:cxn modelId="{19B5B7C8-B70D-4A43-A38F-8AB9284CB227}" srcId="{7BD765FA-6B06-489F-97C3-896C1CE8C462}" destId="{652733F6-F553-4651-B8B7-85BE25926639}" srcOrd="1" destOrd="0" parTransId="{05D74C5F-3811-418D-86B2-4FED4440EC07}" sibTransId="{78A42631-FE92-45F0-8FA2-3E82EF6DBE8D}"/>
    <dgm:cxn modelId="{A50195D1-5C38-42BB-94C5-B9C53A74DD16}" type="presOf" srcId="{7E4293F0-03F3-4607-9E1A-80519F486F0E}" destId="{88A07478-8CCA-4187-8A23-9594A5A9B452}" srcOrd="0" destOrd="0" presId="urn:microsoft.com/office/officeart/2005/8/layout/process2"/>
    <dgm:cxn modelId="{787371D6-4E84-4FF2-AD21-2F72E4E06B56}" type="presOf" srcId="{652733F6-F553-4651-B8B7-85BE25926639}" destId="{4931F227-F371-4B98-BCBC-17FE035E0FED}" srcOrd="0" destOrd="0" presId="urn:microsoft.com/office/officeart/2005/8/layout/process2"/>
    <dgm:cxn modelId="{84D904E0-6319-437B-A73B-6443825557FE}" type="presOf" srcId="{2F810670-0223-436B-8748-425DB9CF47E7}" destId="{DBA29B26-DA37-4B03-AFAC-1BD570C36D18}" srcOrd="0" destOrd="0" presId="urn:microsoft.com/office/officeart/2005/8/layout/process2"/>
    <dgm:cxn modelId="{B81A0CEF-A4FF-4B9A-B65D-8B68386F5E2D}" type="presOf" srcId="{78A42631-FE92-45F0-8FA2-3E82EF6DBE8D}" destId="{3DCC63AC-CBD2-4D57-928F-9F2040958666}" srcOrd="1" destOrd="0" presId="urn:microsoft.com/office/officeart/2005/8/layout/process2"/>
    <dgm:cxn modelId="{85F733F1-22C2-4366-A5D1-BB0B997F2F89}" type="presOf" srcId="{0F6B8B42-140F-4487-BAB2-42BBDF12E6DA}" destId="{B196D2AE-3217-40E0-A884-77F1276C67D1}" srcOrd="0" destOrd="0" presId="urn:microsoft.com/office/officeart/2005/8/layout/process2"/>
    <dgm:cxn modelId="{094B7B7C-AFA1-40EC-AD01-09F45B5D7517}" type="presParOf" srcId="{36DE04D0-A73F-480A-92FE-565920BD991B}" destId="{E27EA33F-3FAE-4BFE-9E4C-777612F1C962}" srcOrd="0" destOrd="0" presId="urn:microsoft.com/office/officeart/2005/8/layout/process2"/>
    <dgm:cxn modelId="{C566E1C5-5086-4790-83FA-BAA374EFA532}" type="presParOf" srcId="{36DE04D0-A73F-480A-92FE-565920BD991B}" destId="{88A07478-8CCA-4187-8A23-9594A5A9B452}" srcOrd="1" destOrd="0" presId="urn:microsoft.com/office/officeart/2005/8/layout/process2"/>
    <dgm:cxn modelId="{E22214AB-C181-4B1B-9F86-51D12FE787DA}" type="presParOf" srcId="{88A07478-8CCA-4187-8A23-9594A5A9B452}" destId="{5C6E5D90-680A-4ED5-A648-CECB4F437597}" srcOrd="0" destOrd="0" presId="urn:microsoft.com/office/officeart/2005/8/layout/process2"/>
    <dgm:cxn modelId="{144C0F5C-F58E-40BF-B812-FB7B0FD93E6D}" type="presParOf" srcId="{36DE04D0-A73F-480A-92FE-565920BD991B}" destId="{4931F227-F371-4B98-BCBC-17FE035E0FED}" srcOrd="2" destOrd="0" presId="urn:microsoft.com/office/officeart/2005/8/layout/process2"/>
    <dgm:cxn modelId="{E7BD454A-7E84-4C29-8886-8CB33F7DE9C0}" type="presParOf" srcId="{36DE04D0-A73F-480A-92FE-565920BD991B}" destId="{E6334863-407E-424C-A972-27DE2479C651}" srcOrd="3" destOrd="0" presId="urn:microsoft.com/office/officeart/2005/8/layout/process2"/>
    <dgm:cxn modelId="{BD5432EF-5D33-4110-A37E-9FF1C5760AA3}" type="presParOf" srcId="{E6334863-407E-424C-A972-27DE2479C651}" destId="{3DCC63AC-CBD2-4D57-928F-9F2040958666}" srcOrd="0" destOrd="0" presId="urn:microsoft.com/office/officeart/2005/8/layout/process2"/>
    <dgm:cxn modelId="{8381CAB2-DCAE-418A-BFE5-AD204E434ABC}" type="presParOf" srcId="{36DE04D0-A73F-480A-92FE-565920BD991B}" destId="{DF91D9D2-1B35-44A7-A9E8-B83B2260E7EA}" srcOrd="4" destOrd="0" presId="urn:microsoft.com/office/officeart/2005/8/layout/process2"/>
    <dgm:cxn modelId="{134A065A-44BE-4D99-AB2A-3C7D2BC9A1CD}" type="presParOf" srcId="{36DE04D0-A73F-480A-92FE-565920BD991B}" destId="{DAFA2C8D-064F-4F66-B800-5C5F805F7E6B}" srcOrd="5" destOrd="0" presId="urn:microsoft.com/office/officeart/2005/8/layout/process2"/>
    <dgm:cxn modelId="{847A4091-7B54-40A3-972C-FFEE58EF21ED}" type="presParOf" srcId="{DAFA2C8D-064F-4F66-B800-5C5F805F7E6B}" destId="{18133595-742F-4B13-851B-B81AC486E122}" srcOrd="0" destOrd="0" presId="urn:microsoft.com/office/officeart/2005/8/layout/process2"/>
    <dgm:cxn modelId="{E7AB535F-32B2-4370-ABFD-0844C6AFCAF7}" type="presParOf" srcId="{36DE04D0-A73F-480A-92FE-565920BD991B}" destId="{E68C045A-ED0C-4621-9711-E0CA4072FBAC}" srcOrd="6" destOrd="0" presId="urn:microsoft.com/office/officeart/2005/8/layout/process2"/>
    <dgm:cxn modelId="{0EA27819-CBEC-49DE-A62A-11C3A0F0064C}" type="presParOf" srcId="{36DE04D0-A73F-480A-92FE-565920BD991B}" destId="{DBA29B26-DA37-4B03-AFAC-1BD570C36D18}" srcOrd="7" destOrd="0" presId="urn:microsoft.com/office/officeart/2005/8/layout/process2"/>
    <dgm:cxn modelId="{BCB84CA7-9B88-4A47-95BC-75BE97EA30C1}" type="presParOf" srcId="{DBA29B26-DA37-4B03-AFAC-1BD570C36D18}" destId="{1197B3BD-869C-41BD-B469-6C304E2B26CF}" srcOrd="0" destOrd="0" presId="urn:microsoft.com/office/officeart/2005/8/layout/process2"/>
    <dgm:cxn modelId="{ABCEAD37-3AD9-435B-89B0-9D5CD73F7B55}" type="presParOf" srcId="{36DE04D0-A73F-480A-92FE-565920BD991B}" destId="{ED85992D-42DE-4D2A-BF2B-9C0F1B22A031}" srcOrd="8" destOrd="0" presId="urn:microsoft.com/office/officeart/2005/8/layout/process2"/>
    <dgm:cxn modelId="{5391466A-8437-4E78-B217-76C6998737EA}" type="presParOf" srcId="{36DE04D0-A73F-480A-92FE-565920BD991B}" destId="{300EDB13-936B-45D2-BA18-8786F9618F74}" srcOrd="9" destOrd="0" presId="urn:microsoft.com/office/officeart/2005/8/layout/process2"/>
    <dgm:cxn modelId="{11A24DBF-5D45-42A9-8C0E-1C44BFAE23CF}" type="presParOf" srcId="{300EDB13-936B-45D2-BA18-8786F9618F74}" destId="{22166E4E-1F90-4D39-B719-92B772A2BA57}" srcOrd="0" destOrd="0" presId="urn:microsoft.com/office/officeart/2005/8/layout/process2"/>
    <dgm:cxn modelId="{B5F4785C-5891-4FE9-AC01-71386E43A9B8}" type="presParOf" srcId="{36DE04D0-A73F-480A-92FE-565920BD991B}" destId="{B196D2AE-3217-40E0-A884-77F1276C67D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E93A4-D545-43CF-BD4F-FA517348AA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666D26-517F-4874-9496-17CF0A86B075}">
      <dgm:prSet/>
      <dgm:spPr/>
      <dgm:t>
        <a:bodyPr/>
        <a:lstStyle/>
        <a:p>
          <a:r>
            <a:rPr lang="de-CH"/>
            <a:t>Arbeitsteilung nach Teilen</a:t>
          </a:r>
          <a:endParaRPr lang="en-US"/>
        </a:p>
      </dgm:t>
    </dgm:pt>
    <dgm:pt modelId="{14A88E4A-433A-48C9-80AF-8D6E6771C99A}" type="parTrans" cxnId="{ECDE71F3-CE76-40D5-8BE0-1D8318B8B8FA}">
      <dgm:prSet/>
      <dgm:spPr/>
      <dgm:t>
        <a:bodyPr/>
        <a:lstStyle/>
        <a:p>
          <a:endParaRPr lang="en-US"/>
        </a:p>
      </dgm:t>
    </dgm:pt>
    <dgm:pt modelId="{2EF16552-3F06-4504-A476-D0FA7CCC0B4C}" type="sibTrans" cxnId="{ECDE71F3-CE76-40D5-8BE0-1D8318B8B8FA}">
      <dgm:prSet/>
      <dgm:spPr/>
      <dgm:t>
        <a:bodyPr/>
        <a:lstStyle/>
        <a:p>
          <a:endParaRPr lang="en-US"/>
        </a:p>
      </dgm:t>
    </dgm:pt>
    <dgm:pt modelId="{C0F4926D-2B4A-4A84-8CE5-AC611840BE33}">
      <dgm:prSet/>
      <dgm:spPr/>
      <dgm:t>
        <a:bodyPr/>
        <a:lstStyle/>
        <a:p>
          <a:r>
            <a:rPr lang="de-CH"/>
            <a:t>Highlights</a:t>
          </a:r>
          <a:endParaRPr lang="en-US"/>
        </a:p>
      </dgm:t>
    </dgm:pt>
    <dgm:pt modelId="{65E1006D-0050-46CB-ADD2-D18BCFDB6FE7}" type="parTrans" cxnId="{79A64CE6-7351-4D88-9DDE-FB2F4B0687D5}">
      <dgm:prSet/>
      <dgm:spPr/>
      <dgm:t>
        <a:bodyPr/>
        <a:lstStyle/>
        <a:p>
          <a:endParaRPr lang="en-US"/>
        </a:p>
      </dgm:t>
    </dgm:pt>
    <dgm:pt modelId="{F0289AA7-BBE2-416C-87D5-E7C5186739E4}" type="sibTrans" cxnId="{79A64CE6-7351-4D88-9DDE-FB2F4B0687D5}">
      <dgm:prSet/>
      <dgm:spPr/>
      <dgm:t>
        <a:bodyPr/>
        <a:lstStyle/>
        <a:p>
          <a:endParaRPr lang="en-US"/>
        </a:p>
      </dgm:t>
    </dgm:pt>
    <dgm:pt modelId="{E1647A64-E87C-4ACA-9029-C2EC6AE93A47}">
      <dgm:prSet/>
      <dgm:spPr/>
      <dgm:t>
        <a:bodyPr/>
        <a:lstStyle/>
        <a:p>
          <a:r>
            <a:rPr lang="de-CH"/>
            <a:t>Bugs / Issues</a:t>
          </a:r>
          <a:endParaRPr lang="en-US"/>
        </a:p>
      </dgm:t>
    </dgm:pt>
    <dgm:pt modelId="{9B4A5A94-F20E-4840-8F5B-A783A4C1682C}" type="parTrans" cxnId="{6C5CD9EE-51BD-4582-8107-858A816ADFCA}">
      <dgm:prSet/>
      <dgm:spPr/>
      <dgm:t>
        <a:bodyPr/>
        <a:lstStyle/>
        <a:p>
          <a:endParaRPr lang="en-US"/>
        </a:p>
      </dgm:t>
    </dgm:pt>
    <dgm:pt modelId="{854171E0-567B-45E5-ABD4-848A164E655A}" type="sibTrans" cxnId="{6C5CD9EE-51BD-4582-8107-858A816ADFCA}">
      <dgm:prSet/>
      <dgm:spPr/>
      <dgm:t>
        <a:bodyPr/>
        <a:lstStyle/>
        <a:p>
          <a:endParaRPr lang="en-US"/>
        </a:p>
      </dgm:t>
    </dgm:pt>
    <dgm:pt modelId="{5FAD9C3A-1794-4956-96E2-5F6DD65B78CB}" type="pres">
      <dgm:prSet presAssocID="{C0EE93A4-D545-43CF-BD4F-FA517348AA51}" presName="linear" presStyleCnt="0">
        <dgm:presLayoutVars>
          <dgm:animLvl val="lvl"/>
          <dgm:resizeHandles val="exact"/>
        </dgm:presLayoutVars>
      </dgm:prSet>
      <dgm:spPr/>
    </dgm:pt>
    <dgm:pt modelId="{ADF7183B-39E2-4B16-A40A-5094959F7CE3}" type="pres">
      <dgm:prSet presAssocID="{45666D26-517F-4874-9496-17CF0A86B0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D26C85-B035-4261-8C62-51DE4CB40D35}" type="pres">
      <dgm:prSet presAssocID="{2EF16552-3F06-4504-A476-D0FA7CCC0B4C}" presName="spacer" presStyleCnt="0"/>
      <dgm:spPr/>
    </dgm:pt>
    <dgm:pt modelId="{D5B01047-AD1C-4613-8E95-D2DEC18E1145}" type="pres">
      <dgm:prSet presAssocID="{C0F4926D-2B4A-4A84-8CE5-AC611840BE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A89C09-2548-414F-AA92-930DA1974949}" type="pres">
      <dgm:prSet presAssocID="{F0289AA7-BBE2-416C-87D5-E7C5186739E4}" presName="spacer" presStyleCnt="0"/>
      <dgm:spPr/>
    </dgm:pt>
    <dgm:pt modelId="{2A302A9C-6DBA-4174-A15B-4421C9F401AF}" type="pres">
      <dgm:prSet presAssocID="{E1647A64-E87C-4ACA-9029-C2EC6AE93A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45C436-4D68-4C1C-B53B-0A141ECE0296}" type="presOf" srcId="{45666D26-517F-4874-9496-17CF0A86B075}" destId="{ADF7183B-39E2-4B16-A40A-5094959F7CE3}" srcOrd="0" destOrd="0" presId="urn:microsoft.com/office/officeart/2005/8/layout/vList2"/>
    <dgm:cxn modelId="{41062B7F-6B81-40F8-9094-2433E26689E7}" type="presOf" srcId="{E1647A64-E87C-4ACA-9029-C2EC6AE93A47}" destId="{2A302A9C-6DBA-4174-A15B-4421C9F401AF}" srcOrd="0" destOrd="0" presId="urn:microsoft.com/office/officeart/2005/8/layout/vList2"/>
    <dgm:cxn modelId="{E3E307C9-4A65-4E07-BBCE-CB6D97AE51C0}" type="presOf" srcId="{C0F4926D-2B4A-4A84-8CE5-AC611840BE33}" destId="{D5B01047-AD1C-4613-8E95-D2DEC18E1145}" srcOrd="0" destOrd="0" presId="urn:microsoft.com/office/officeart/2005/8/layout/vList2"/>
    <dgm:cxn modelId="{4DAC9BD4-E58E-4987-9262-0F285456DB01}" type="presOf" srcId="{C0EE93A4-D545-43CF-BD4F-FA517348AA51}" destId="{5FAD9C3A-1794-4956-96E2-5F6DD65B78CB}" srcOrd="0" destOrd="0" presId="urn:microsoft.com/office/officeart/2005/8/layout/vList2"/>
    <dgm:cxn modelId="{79A64CE6-7351-4D88-9DDE-FB2F4B0687D5}" srcId="{C0EE93A4-D545-43CF-BD4F-FA517348AA51}" destId="{C0F4926D-2B4A-4A84-8CE5-AC611840BE33}" srcOrd="1" destOrd="0" parTransId="{65E1006D-0050-46CB-ADD2-D18BCFDB6FE7}" sibTransId="{F0289AA7-BBE2-416C-87D5-E7C5186739E4}"/>
    <dgm:cxn modelId="{6C5CD9EE-51BD-4582-8107-858A816ADFCA}" srcId="{C0EE93A4-D545-43CF-BD4F-FA517348AA51}" destId="{E1647A64-E87C-4ACA-9029-C2EC6AE93A47}" srcOrd="2" destOrd="0" parTransId="{9B4A5A94-F20E-4840-8F5B-A783A4C1682C}" sibTransId="{854171E0-567B-45E5-ABD4-848A164E655A}"/>
    <dgm:cxn modelId="{ECDE71F3-CE76-40D5-8BE0-1D8318B8B8FA}" srcId="{C0EE93A4-D545-43CF-BD4F-FA517348AA51}" destId="{45666D26-517F-4874-9496-17CF0A86B075}" srcOrd="0" destOrd="0" parTransId="{14A88E4A-433A-48C9-80AF-8D6E6771C99A}" sibTransId="{2EF16552-3F06-4504-A476-D0FA7CCC0B4C}"/>
    <dgm:cxn modelId="{5B87276E-7114-4F04-A60B-B068A4873CB2}" type="presParOf" srcId="{5FAD9C3A-1794-4956-96E2-5F6DD65B78CB}" destId="{ADF7183B-39E2-4B16-A40A-5094959F7CE3}" srcOrd="0" destOrd="0" presId="urn:microsoft.com/office/officeart/2005/8/layout/vList2"/>
    <dgm:cxn modelId="{F97F2187-9090-44DF-B71B-C1D790796717}" type="presParOf" srcId="{5FAD9C3A-1794-4956-96E2-5F6DD65B78CB}" destId="{1CD26C85-B035-4261-8C62-51DE4CB40D35}" srcOrd="1" destOrd="0" presId="urn:microsoft.com/office/officeart/2005/8/layout/vList2"/>
    <dgm:cxn modelId="{4ED46E54-4C9E-4AF5-80A5-C1FA1F25088F}" type="presParOf" srcId="{5FAD9C3A-1794-4956-96E2-5F6DD65B78CB}" destId="{D5B01047-AD1C-4613-8E95-D2DEC18E1145}" srcOrd="2" destOrd="0" presId="urn:microsoft.com/office/officeart/2005/8/layout/vList2"/>
    <dgm:cxn modelId="{2F226E74-53F1-4DFF-9570-AD50F9EC6E9E}" type="presParOf" srcId="{5FAD9C3A-1794-4956-96E2-5F6DD65B78CB}" destId="{D2A89C09-2548-414F-AA92-930DA1974949}" srcOrd="3" destOrd="0" presId="urn:microsoft.com/office/officeart/2005/8/layout/vList2"/>
    <dgm:cxn modelId="{8CFA22B8-0395-463E-ACE5-11BD43C9C863}" type="presParOf" srcId="{5FAD9C3A-1794-4956-96E2-5F6DD65B78CB}" destId="{2A302A9C-6DBA-4174-A15B-4421C9F401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EA33F-3FAE-4BFE-9E4C-777612F1C962}">
      <dsp:nvSpPr>
        <dsp:cNvPr id="0" name=""/>
        <dsp:cNvSpPr/>
      </dsp:nvSpPr>
      <dsp:spPr>
        <a:xfrm>
          <a:off x="1585554" y="1726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Themawahl</a:t>
          </a:r>
          <a:endParaRPr lang="en-US" sz="1700" kern="1200"/>
        </a:p>
      </dsp:txBody>
      <dsp:txXfrm>
        <a:off x="1600536" y="16708"/>
        <a:ext cx="2016099" cy="481551"/>
      </dsp:txXfrm>
    </dsp:sp>
    <dsp:sp modelId="{88A07478-8CCA-4187-8A23-9594A5A9B452}">
      <dsp:nvSpPr>
        <dsp:cNvPr id="0" name=""/>
        <dsp:cNvSpPr/>
      </dsp:nvSpPr>
      <dsp:spPr>
        <a:xfrm rot="5400000">
          <a:off x="2512677" y="526030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545212"/>
        <a:ext cx="138110" cy="134273"/>
      </dsp:txXfrm>
    </dsp:sp>
    <dsp:sp modelId="{4931F227-F371-4B98-BCBC-17FE035E0FED}">
      <dsp:nvSpPr>
        <dsp:cNvPr id="0" name=""/>
        <dsp:cNvSpPr/>
      </dsp:nvSpPr>
      <dsp:spPr>
        <a:xfrm>
          <a:off x="1585554" y="769000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Projektziele</a:t>
          </a:r>
          <a:endParaRPr lang="en-US" sz="1700" kern="1200"/>
        </a:p>
      </dsp:txBody>
      <dsp:txXfrm>
        <a:off x="1600536" y="783982"/>
        <a:ext cx="2016099" cy="481551"/>
      </dsp:txXfrm>
    </dsp:sp>
    <dsp:sp modelId="{E6334863-407E-424C-A972-27DE2479C651}">
      <dsp:nvSpPr>
        <dsp:cNvPr id="0" name=""/>
        <dsp:cNvSpPr/>
      </dsp:nvSpPr>
      <dsp:spPr>
        <a:xfrm rot="5400000">
          <a:off x="2512677" y="1293304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1312486"/>
        <a:ext cx="138110" cy="134273"/>
      </dsp:txXfrm>
    </dsp:sp>
    <dsp:sp modelId="{DF91D9D2-1B35-44A7-A9E8-B83B2260E7EA}">
      <dsp:nvSpPr>
        <dsp:cNvPr id="0" name=""/>
        <dsp:cNvSpPr/>
      </dsp:nvSpPr>
      <dsp:spPr>
        <a:xfrm>
          <a:off x="1585554" y="1536274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User Stories</a:t>
          </a:r>
          <a:endParaRPr lang="en-US" sz="1700" kern="1200"/>
        </a:p>
      </dsp:txBody>
      <dsp:txXfrm>
        <a:off x="1600536" y="1551256"/>
        <a:ext cx="2016099" cy="481551"/>
      </dsp:txXfrm>
    </dsp:sp>
    <dsp:sp modelId="{DAFA2C8D-064F-4F66-B800-5C5F805F7E6B}">
      <dsp:nvSpPr>
        <dsp:cNvPr id="0" name=""/>
        <dsp:cNvSpPr/>
      </dsp:nvSpPr>
      <dsp:spPr>
        <a:xfrm rot="5400000">
          <a:off x="2512677" y="2060577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2079759"/>
        <a:ext cx="138110" cy="134273"/>
      </dsp:txXfrm>
    </dsp:sp>
    <dsp:sp modelId="{E68C045A-ED0C-4621-9711-E0CA4072FBAC}">
      <dsp:nvSpPr>
        <dsp:cNvPr id="0" name=""/>
        <dsp:cNvSpPr/>
      </dsp:nvSpPr>
      <dsp:spPr>
        <a:xfrm>
          <a:off x="1585554" y="2303547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Projektmanagement</a:t>
          </a:r>
          <a:endParaRPr lang="en-US" sz="1700" kern="1200"/>
        </a:p>
      </dsp:txBody>
      <dsp:txXfrm>
        <a:off x="1600536" y="2318529"/>
        <a:ext cx="2016099" cy="481551"/>
      </dsp:txXfrm>
    </dsp:sp>
    <dsp:sp modelId="{DBA29B26-DA37-4B03-AFAC-1BD570C36D18}">
      <dsp:nvSpPr>
        <dsp:cNvPr id="0" name=""/>
        <dsp:cNvSpPr/>
      </dsp:nvSpPr>
      <dsp:spPr>
        <a:xfrm rot="5400000">
          <a:off x="2512677" y="2827851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2847033"/>
        <a:ext cx="138110" cy="134273"/>
      </dsp:txXfrm>
    </dsp:sp>
    <dsp:sp modelId="{ED85992D-42DE-4D2A-BF2B-9C0F1B22A031}">
      <dsp:nvSpPr>
        <dsp:cNvPr id="0" name=""/>
        <dsp:cNvSpPr/>
      </dsp:nvSpPr>
      <dsp:spPr>
        <a:xfrm>
          <a:off x="1585554" y="3070821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Live Demo</a:t>
          </a:r>
          <a:endParaRPr lang="en-US" sz="1700" kern="1200"/>
        </a:p>
      </dsp:txBody>
      <dsp:txXfrm>
        <a:off x="1600536" y="3085803"/>
        <a:ext cx="2016099" cy="481551"/>
      </dsp:txXfrm>
    </dsp:sp>
    <dsp:sp modelId="{300EDB13-936B-45D2-BA18-8786F9618F74}">
      <dsp:nvSpPr>
        <dsp:cNvPr id="0" name=""/>
        <dsp:cNvSpPr/>
      </dsp:nvSpPr>
      <dsp:spPr>
        <a:xfrm rot="5400000">
          <a:off x="2512677" y="3595125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3614307"/>
        <a:ext cx="138110" cy="134273"/>
      </dsp:txXfrm>
    </dsp:sp>
    <dsp:sp modelId="{B196D2AE-3217-40E0-A884-77F1276C67D1}">
      <dsp:nvSpPr>
        <dsp:cNvPr id="0" name=""/>
        <dsp:cNvSpPr/>
      </dsp:nvSpPr>
      <dsp:spPr>
        <a:xfrm>
          <a:off x="1585554" y="3838095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Q &amp; A</a:t>
          </a:r>
          <a:endParaRPr lang="en-US" sz="1700" kern="1200"/>
        </a:p>
      </dsp:txBody>
      <dsp:txXfrm>
        <a:off x="1600536" y="3853077"/>
        <a:ext cx="2016099" cy="4815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7183B-39E2-4B16-A40A-5094959F7CE3}">
      <dsp:nvSpPr>
        <dsp:cNvPr id="0" name=""/>
        <dsp:cNvSpPr/>
      </dsp:nvSpPr>
      <dsp:spPr>
        <a:xfrm>
          <a:off x="0" y="48969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Arbeitsteilung nach Teilen</a:t>
          </a:r>
          <a:endParaRPr lang="en-US" sz="3400" kern="1200"/>
        </a:p>
      </dsp:txBody>
      <dsp:txXfrm>
        <a:off x="66025" y="114994"/>
        <a:ext cx="4842721" cy="1220470"/>
      </dsp:txXfrm>
    </dsp:sp>
    <dsp:sp modelId="{D5B01047-AD1C-4613-8E95-D2DEC18E1145}">
      <dsp:nvSpPr>
        <dsp:cNvPr id="0" name=""/>
        <dsp:cNvSpPr/>
      </dsp:nvSpPr>
      <dsp:spPr>
        <a:xfrm>
          <a:off x="0" y="1499409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Highlights</a:t>
          </a:r>
          <a:endParaRPr lang="en-US" sz="3400" kern="1200"/>
        </a:p>
      </dsp:txBody>
      <dsp:txXfrm>
        <a:off x="66025" y="1565434"/>
        <a:ext cx="4842721" cy="1220470"/>
      </dsp:txXfrm>
    </dsp:sp>
    <dsp:sp modelId="{2A302A9C-6DBA-4174-A15B-4421C9F401AF}">
      <dsp:nvSpPr>
        <dsp:cNvPr id="0" name=""/>
        <dsp:cNvSpPr/>
      </dsp:nvSpPr>
      <dsp:spPr>
        <a:xfrm>
          <a:off x="0" y="2949848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Bugs / Issues</a:t>
          </a:r>
          <a:endParaRPr lang="en-US" sz="3400" kern="1200"/>
        </a:p>
      </dsp:txBody>
      <dsp:txXfrm>
        <a:off x="66025" y="3015873"/>
        <a:ext cx="4842721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430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655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7562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1308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40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1703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341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9304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321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0445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5390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78CBAE-7A44-45F7-94F3-E2A86F2CD231}" type="datetimeFigureOut">
              <a:rPr lang="en-CH" smtClean="0"/>
              <a:t>14.12.2025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063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4668C-1554-9F89-BD70-983A2DFDC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809" y="1416497"/>
            <a:ext cx="7173432" cy="1982188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chemeClr val="bg1"/>
                </a:solidFill>
              </a:rPr>
              <a:t>Arbeitszeit-Auswertungsprogramm</a:t>
            </a:r>
            <a:endParaRPr lang="en-CH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AA85C-CE97-89D0-4347-111DB5558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de-CH" sz="2000" dirty="0">
                <a:solidFill>
                  <a:schemeClr val="bg1"/>
                </a:solidFill>
              </a:rPr>
              <a:t>Gruppe 2 : </a:t>
            </a:r>
            <a:r>
              <a:rPr lang="de-CH" sz="2000" dirty="0" err="1">
                <a:solidFill>
                  <a:schemeClr val="bg1"/>
                </a:solidFill>
              </a:rPr>
              <a:t>Mehmedali</a:t>
            </a:r>
            <a:r>
              <a:rPr lang="de-CH" sz="2000" dirty="0">
                <a:solidFill>
                  <a:schemeClr val="bg1"/>
                </a:solidFill>
              </a:rPr>
              <a:t> </a:t>
            </a:r>
            <a:r>
              <a:rPr lang="de-CH" sz="2000" dirty="0" err="1">
                <a:solidFill>
                  <a:schemeClr val="bg1"/>
                </a:solidFill>
              </a:rPr>
              <a:t>Abdiu</a:t>
            </a:r>
            <a:r>
              <a:rPr lang="de-CH" sz="2000" dirty="0">
                <a:solidFill>
                  <a:schemeClr val="bg1"/>
                </a:solidFill>
              </a:rPr>
              <a:t>, Denis Silva Meira</a:t>
            </a:r>
            <a:endParaRPr lang="en-CH" sz="20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3596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66E1C-7D50-6713-CDD9-695D4F2A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Agenda</a:t>
            </a:r>
            <a:endParaRPr lang="en-CH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109F365F-AD97-3E67-214E-6BF17617F5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7034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7E1B9-41AD-C495-00C0-5D0A87EF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de-CH" dirty="0">
                <a:solidFill>
                  <a:schemeClr val="bg1"/>
                </a:solidFill>
              </a:rPr>
              <a:t>Themawahl</a:t>
            </a:r>
            <a:endParaRPr lang="en-CH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5A34-5C7F-5745-6BE5-9469B0AB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Umgang mit genormten Datensätzen und deren Validierung</a:t>
            </a:r>
          </a:p>
          <a:p>
            <a:r>
              <a:rPr lang="de-CH" dirty="0">
                <a:solidFill>
                  <a:schemeClr val="bg1"/>
                </a:solidFill>
              </a:rPr>
              <a:t>Interesse an Datenmodelierung</a:t>
            </a:r>
          </a:p>
          <a:p>
            <a:r>
              <a:rPr lang="de-CH" dirty="0">
                <a:solidFill>
                  <a:schemeClr val="bg1"/>
                </a:solidFill>
              </a:rPr>
              <a:t>Interesse für Firmenverwendung</a:t>
            </a:r>
          </a:p>
          <a:p>
            <a:endParaRPr lang="en-CH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5155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0B3AD-B5AC-CBD6-011D-525C680B8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02F4BB-E28E-731C-9EC0-28730E4AB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046A90-52D6-E05C-C23E-24B55566B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65429-9A0E-1FB3-D91B-2561BF18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de-CH" dirty="0">
                <a:solidFill>
                  <a:schemeClr val="bg1"/>
                </a:solidFill>
              </a:rPr>
              <a:t>Problemstellung</a:t>
            </a:r>
            <a:endParaRPr lang="en-CH" dirty="0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54199D6C-4F6C-8883-062F-AC6FA24E8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44A7B8-B935-EC85-1812-07EADC2E7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B3EA1C0-743F-096F-A365-A996DA7F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7C561736-209D-478A-1FF9-91151DAFB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AB1B1C6-C264-F0E5-040C-4932DD63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A90EC6AE-7F45-335E-CC53-58F4E706A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5A4105-77C1-6E7B-6DC8-FC028A2AC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048BF1-24B4-1F2E-96D0-02F5367B1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CF9382-24E5-B6BE-5FBD-5C445FA0E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4D8795-1933-80AB-4EF0-A1E6623E9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2D74975-F7F0-FF5F-DEA5-F63F8D494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D050D1-47A0-9EFE-3699-6CDBAF29C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3A176E5-6FF2-AA1A-104A-544DE04C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30159F-754F-31E9-D968-471CB44E0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83AC352-2450-DF9A-86E4-04572977C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480E73-ED7F-511E-3F4E-DB07BE8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94E1F6B-7BB7-AFF4-A0C1-FD03470B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DD1E2F3-1C5B-CED8-B752-C73510FE4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6D775D-5014-C31F-DA17-B1E15E77A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E34DF79-D615-2AB8-F451-E98650F4D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A6CF808-2AA8-D2A0-C1F5-52BE2A856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9BC779-30B9-2F40-4728-1B70699EC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45D199-B063-46B7-78E0-300711982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81E3D5D-AE53-EACA-27AA-8C10C210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B175E34-0690-1813-75E7-1B54DF8A9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902C270-3B18-3A3D-1CC9-BB1385EC2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8026D30-F808-D248-8136-FF90B366D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ABD4BA2-C717-78AC-80B4-726E24A6E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A2769B9-C0BD-8B21-6413-B83838094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40677C2-5736-B5BA-E0D9-AFAEBFFA5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1DE3690-4887-BE09-2867-9F75D32D7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F8EF59-E8F9-3A38-088D-039DBE6DC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94EA1C5-04A3-D05B-DED9-4307A52FA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298CE5C-10A2-9C5E-703C-6F4C6F18B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FD3D7E9-D6BA-2479-301D-C2EFEE105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0ADBB15-D0E1-5110-4C07-537E8F952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C825342-DA69-7F75-6281-E2499DA5D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999165E-E69D-338E-72C6-B2FEA598C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F491034-8F6B-2307-C045-8C8A1364F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CBDDB4B-6271-CD45-DC10-764F88B75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39F8887-8313-81C8-4D9F-3DF7BC9B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B8ADAB3-DC3E-5F2E-48DE-52AD3445A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30A323B-7B1B-7123-F588-1E0F0D9DD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05FA68B-E09C-8AB7-5307-08937DF9B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1B4DB3E-7D63-A920-6CE1-5D075980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4A92262-F5BF-60C5-5856-491C31A29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1BAFE23-DF1C-7C11-F07D-556376711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8137C3D-0838-18D7-ACD7-2C0CD8973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A4FACB6-E32A-ADC9-D445-109AC7692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DBBC5C9-9677-8CA8-0AC6-AB1FBEA2F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6BD3DAD-74B8-1FFB-2CE9-5D42D9E8C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0D317EC-EFDB-9B66-5B07-1F238F8AD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DAFA28-D0EC-1BF9-C286-F190C661F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1190692-B343-E0BC-D7E4-6866A57B9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9FF5412-BC67-172C-F326-BB5D25C6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2654BBA-66F0-2937-E72A-1FFA4CAB5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64D30C8-121D-CB2E-2369-01B36743B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5F5780C-F68B-AE34-7DCD-0BC992C75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32E86F8-1ABD-FDC7-F168-BCE20B1AD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505781A-DC86-B41E-4ED8-AAEDAB12E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D956C4-F5EF-E227-49A6-FF0E9CFB7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9D4137E-5714-509F-FBDC-AD612CE3E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97D960C-D0AF-4C6D-CFA5-0AF537116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3016C93-D3AB-1D3E-BC97-23250D245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635FB5E-A002-1B00-A67B-2052641FD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9F11CEB-8577-7C70-CFE4-64B7EB9BB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CE93BE0-4FA0-7528-8669-DFFCEF19E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E952E90-A7F7-1591-8A73-E7D48290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741279-14BA-4175-B84D-B79707A06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2939DBC-B6A0-2E5A-A901-B45522B3F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11ECE5E-412C-2BFD-5A84-46C3FE696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EA4A60A-3182-A685-E327-20811DFB3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5C73E14-4204-BAB0-B686-57E8ADA8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A65A5F7-F0C5-F74B-A367-19280FE62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0118BC3-3D2C-220F-1AA3-BCD46D527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4B6B47B-021B-E109-AFF0-00C8572C2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47F69D-A92D-E3A3-4E6C-B85873C1B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F77CF5-7E6D-80AB-DBE8-CE46ED145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AB535F0-18F6-102B-B9E4-ED52A395C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559C94E-A0CE-CFCF-88B1-2AEC45176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2CAE297-D559-116E-17E6-9EF08F7CF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4A8649E-367B-0C84-7B92-612ED4087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1D957A5-FD64-2046-771C-E89D195B4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EA12B58-79D9-2250-4270-7EACC69DB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70ED356-6C53-7EB3-C828-16F1C8981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58B3317-2042-6331-1F11-C2F9B11AB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B6A6D9E-380B-6372-4308-51B492D7F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F4C9A74-069A-463B-EA87-FFA6CEFD2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8D4608-BA07-908E-2E8E-8B606D4C5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FAE96D6-19B3-B83F-E9C5-F8AB19E14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C67D123-A04F-D25F-C8DD-D03DCDA1F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178D03E-07B3-FBB0-88F5-1B48DC640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5398690-53B7-AE7F-7FA0-655EE6C38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0D864CC-6581-ADC8-75C6-93699DF4A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F31926B-A873-5BBF-6EB4-85A31BD8C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B20DD0F-3B93-C9C8-E954-1C9AFF50C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7228465-D2C8-9A34-2BBB-B72A2E86B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1B36E3F-8B8F-1E79-6069-04691EDBC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2F03EA2-A9C2-8A2F-E709-64AD945F2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FC1A9DB-B7BB-3F7F-7B94-83F3C27B4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C6296EC-CC6E-9D75-E927-4014396E8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BC0E948-0B49-8BFF-A29D-54D51F717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2655E41-C337-BE9E-0ED0-0CC353054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B34381F-B91B-8D5E-4B6E-E97977FD7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6D5A306-12D9-3D22-7B10-94B69BA2E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D1B30D0-069D-EAED-9BCF-91C4E82BB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DEFCE4F-93B2-34D5-21CB-D6809C6F1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F3381D7-0EF3-D215-58C8-F556D8502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3999269-225E-01F3-9353-8AC6E0CC4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3429CFE-7FA4-BB5B-801D-5AFCF50DB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32E21A4-10B5-3279-9BDA-34E47FA6B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D87352F-718E-AD55-59C1-9ABB3E4EB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AC822CD-3686-C82C-F81D-6BC01A26D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B3E821D-ADDE-3681-10CF-5949567B1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2706019-9B92-0D15-3DD3-2EB6A8F145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41DE521-ED2C-5DC1-4656-3716BA159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EE66279-7A93-CCF9-8AD5-0A60FB449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BF06617-F0E2-B774-6C2D-92A0F5D48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CAF24BA-4DF7-4B60-D74A-8FD45CE9C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54163E8-9904-A006-0CAE-9792FBBFD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54B9DAA-49FB-6DFC-10FF-D042A653A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F27046B3-DC48-2054-B0BC-1EA2A3B1F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149D6CE-1E19-65ED-AC3A-F3152AA6B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D6D8E102-FF66-7F8B-62A7-D41B1283C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768FBA4-E001-A4D0-4144-82A0CAE5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0550BB8-2FB8-94B2-350C-FA3EFD67F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A27E92E-3060-3DE0-9D4D-88B87BDDD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42B53E1-AC7E-7334-8A8E-7202A664B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82ACDEB-02AB-6A4D-7D11-5771977D9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6C596F8-EE0E-93E6-9A3B-EDF72493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B593263-834A-7715-8AE9-3504EB627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254FBF2-ED95-0912-4F9E-F62FC2918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CAFB462-47AB-4426-D21F-9A091BC02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1283E2E-CE35-5BBA-A7B4-E2E55D5AE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344B52A-84D8-C227-15E9-3F9DB104C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0416165-3D62-363B-C5A5-3C6B027E5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6BBBDDB-2CEA-87F3-B68B-D1CE2FBD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1E7E8B9-311C-5A83-B1FA-7319AF8EC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2E84BDC-1D95-F263-5ADD-0C638936B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7CD7BE1-4AE4-3976-D156-21374EAE4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0F761E2-0EA8-E403-35D0-85890894E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73F57F4-7228-60D5-0403-19E2A6585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99D9E51-C641-9BE3-CD5D-5B311FD1E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5FE2B4C-C350-C4C5-52D7-26823BBD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1C8C3D4-CED7-EED2-EF84-26F5656F5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274A488-143E-35CE-0013-5276248CC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50AF43E-30C9-08BE-8627-D2952422F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BC280F6-0BD3-5B07-0AE0-70AEED633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40F8DEB-C0BF-ECD1-4897-3317134F0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8AAEF74-887A-C8D2-2763-B2407928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A5B367D-4B9F-E3CA-0140-3E0AEBE22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B7177EC-704B-3087-9A92-91CEA6BED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B98B82A-C8FA-EADD-EEE1-03DB9793D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6B50EC3-3379-B5FE-838C-88D65F83C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782D4DE-C81B-3A32-0DC4-53D9BD5B1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E3CE51D-3CBC-53D9-C704-82099BC36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7395C6A-6D1F-BE2A-554D-4D8988142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F3567D9-A9C7-EC73-00FA-D1EF25FF3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E9C8A786-6325-8DAA-4FF2-DF241C232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706BBB4-3402-1FD3-B042-31733E5D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B103233-B319-BE37-FB9E-3D527EAF6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4AB496D-1EF0-572D-48ED-C419EB888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4124E4B-ABD1-CE08-A3DB-7FA41A29D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828E60-D53E-B4F8-8A7D-68654EAF48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B87B910-BD11-26B8-C131-D91FA6A5F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3B9E3D-93C5-D6A3-3373-9AF90E38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38DEE25-30E2-230B-A472-8CBA5900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513F6FEB-C0AE-2438-D147-D49B8BFC1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981AABB-D92B-D078-5458-1FA08C2EA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00D2DAF-55F0-638E-AFC0-D110C8A9A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0B4D2E4-BB54-5F75-3FD9-4F79E1121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194CAC2-A3DB-55DB-1E74-3A03445C4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77814D2-345D-32AF-9F35-588F9DCFE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8B3AEA84-7636-9456-9C0B-3512BD403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D835E1A-1432-D08A-84E8-505341531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FD9F27F0-4207-FF30-6072-60492C7AB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D1147E2-A6B5-7D5B-BBF0-37C0A479C6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65853183-F38E-3B22-A655-7C9750C5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83076EF-85E1-487D-3227-4504A4BAB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79CAEF5-2257-72C9-B1B9-3D16C243F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8572E2C-2510-51A4-6E44-F44702649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95D28DA-C62C-2FEE-1146-2E11AC54D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AABBBBD-AC5F-09E3-6D10-BCCFF1067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40E783B4-1EFF-E9AB-51EB-3367582EC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1AAB223-37FB-02FD-DA94-9B64CA180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9C90F45E-6975-C236-AA3D-99CAD409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A3BC845-7DCB-2934-09AF-02CAB82FB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C43201F-EBBD-D5CE-81E6-B4727F5261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CB9FCE46-3189-4873-9E21-C2342FFB8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27BCA24-471A-CB25-A9DE-30348A48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7F866D94-22FD-B646-C92E-3FE6FCCF6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DC557ED-CCCB-9413-898B-A2B173735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50AE2CF5-9373-ACF5-395B-C58FC61CB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10B6086-C5F5-E25F-E70E-8843AF1BB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9567378-BBC9-7CA7-CC10-14CCAE89E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D2FDBF9-6A22-DF76-E8A0-834953428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86C2039-4AE7-88FC-67AE-EF1EBCFDB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1D68C6B-8591-C429-1137-23A565F6D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8DE2DCC-2E2B-02A0-3B5A-11500E8C1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C2C3E4C-A5C9-704C-DBDF-EBA20530A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420E920-CA3F-E945-B809-2B70643D2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15B52C5-EC3F-CCE4-F46F-AE55BDF66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2EB98C2-8003-CAFC-A78B-F7EA95EB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17A75C-60A7-779B-008E-8C7C75A23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D91367D5-E717-A9D0-F384-5204998A4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AD501985-5A79-8DC9-53A4-0F2390E9B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FF3D58A-F095-0B49-9A6B-F75DFE43D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77CED22-F028-94D8-E21B-B97628E69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32874EF4-EE61-DBD8-42BE-BF7940F13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3D763AE-C443-A8D1-4C6C-E0DD20424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C7E0E742-B298-AA1B-9134-427611473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D372094E-12FC-FA70-9D2B-33554BDD6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189C1D2-6AD7-92DF-67DE-265EAF056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A25994A-3496-AEDA-ACA0-17E95A12C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A3F6583-14A4-0C5F-6D75-39C0677A4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CF1478C-5A4E-9A41-6ED5-CF778FC59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F74B9D4-4113-2316-B31F-A17141DC7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E0D38C28-7D92-3E17-3685-3F6E4AF6C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24EF89A-1855-556A-38AE-107725A1B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DEF59227-7539-ABDB-D975-D1A03A13A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0612045B-BBF9-98E2-6566-64AE95C5F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D7E9D7F4-BFAA-4BBE-DF6B-0267D6070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4A13C95-3FDA-3FC1-C40E-2851E3EF9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F008EBD0-AC6D-D990-0216-0FDA00461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81EF5A32-28AF-D94B-FF5C-164C1C0E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25D67B1-D3B4-BF35-B676-47B9800C3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2ACCCEF-1AEA-F235-90B1-8AAEE8DD7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F55D327-BD77-46E5-E082-2BE448388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FBB599E4-7855-0528-F9E4-B681F2B3E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6A64211-6C8C-3FA8-6392-5ABDDA2AF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053B053-C93A-8AF9-6CC0-2FEB30B5B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0B340B40-01A8-666C-F919-DD68712EE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74CDC2A-EFA2-71AF-4AA2-FA7AC46AF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C2AC8A7-003A-D8AC-3A0D-7E7E6A471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A41B098-BC25-2685-07FB-C831FF5C2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FEB3F7E-0C99-36EA-CBFF-E2B53C0B3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F4EAABA-CCF9-E8A7-60AE-D00CD462C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475DDC11-1D2A-430F-BC05-3B6F8BA0B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1E228102-39A1-CB4E-D494-03C53F38D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AA289463-BFC5-6F48-D150-40467C1C7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21ECD52-7030-3CD8-44B9-5C0D3A120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D61EA711-FF74-2FB1-1432-3149DDFE6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F3CC0023-629F-F730-9174-4B7B50265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F52EC5D5-FE87-6423-1F47-82FA9F279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BAC79A6-4FC7-261B-E1BC-6C2D85FA3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685AC6A2-E39B-7474-EEE8-B13871BFD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60E9EA5B-E8F1-A3C6-138D-4A2561AEB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5CD2D8C-1586-6E38-F64F-743E2ACBA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6062B921-5739-6225-28DC-E15D20C9F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6172907-CEE9-CA3A-C4D9-A82943831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2F87873-3A49-3BDC-9D98-FC2F946C8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46A9B3F3-95BB-0594-A4A1-BA4A1A831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0594293-F5AA-E551-AD06-CEEF2479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30F61F5-7736-3D29-5726-CDEA06B73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9A20B83-8DED-8F7E-62F9-B7776F44D5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2B10410-1C49-DA6B-48D0-80CB59DC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4F598D1-7313-AB45-824E-D70163F52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B1B51139-FE13-EB97-8CCD-CBB8832E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2B0B11C-362B-3645-3DAE-AE68134BF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82C6AD2E-A51D-D7E0-834D-75923A301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C9BEC2A1-A737-F23E-F97B-5A4393D52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31DEAD0-C41A-A7A7-B261-021BCB07A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9B6494D-69DB-6822-FD2A-1B1183018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9F7C60A-E468-7A39-BB37-058BD0AA9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F7F572B-A958-8A03-D38B-A4D73EF0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0E1EB9D-2D1A-3C7F-27DF-EDCAB13D2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7DCB31-5FAE-F4DE-57B5-B797781B2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43772363-1ED8-C13C-982B-9FE1B545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F30E9601-7612-64C2-05FC-B25BE7729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42386CEA-378D-37A9-D74F-4CC43B043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7EED87C3-123F-F5F1-9AFC-5C60398CF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BF06779-9AD0-F992-DC2D-63FC60223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9AFDB585-0E18-5F75-E210-ACEC85971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10263FB4-E345-4BD5-D606-8E8374CBD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824D15E-D2AA-E433-40CB-B9F1F272E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B45D3122-CF07-A157-2E4C-A27D2527D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293C8A31-2E96-5330-72AE-C796E375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972B4BD3-5C09-4327-21CE-D65836FC4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20A5878C-0E2C-AB4B-3527-EFC28C3FA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E459588A-A209-1027-B23C-F1D34A548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C78BB5E-21A5-9AFE-1B4B-A3BEC5350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D54830E4-A751-3832-72CD-ACCA68EB8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D961BBD2-EB89-1CF0-D38A-7C712A30A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BB1EFA1-DC29-BE73-E75B-A9164CEF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EFC0704-FBF6-557B-9D7D-14631FD37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D1231BD6-C5C7-E6E9-CD0B-DD1FD89EC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481730A-CB2E-C465-2307-B5BA69F7C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E4E69AEB-0223-FDC7-0881-9CFF479C3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9E1FF471-0A94-A7A2-E2E5-5CA564BDD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810DEBC9-6BC2-CB0E-7147-E91153C66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D8009AB-A3D3-3678-4D18-202775D8E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FED784DC-21DE-1046-EBC6-6F1907F0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745E9A4-3563-56BC-5904-7290DFFBC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C1877991-6AC9-6CEA-FC32-362EA61D1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1362CDC0-6581-2DEC-FBAA-2CEE00EB7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2322776C-DA8A-1881-109B-A571A22AC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824278A4-9886-CA63-B9B5-19E431F21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A098C0B-C37E-7CA7-0398-0B6CE6F3E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043AAF74-D06F-936B-2B80-A8929A92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A019AD69-CEC6-7B7A-FB17-DB462DC25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98C9D8BF-26F6-2701-06B0-476389D8F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CDF01CC0-B296-F06D-76D4-EB391591C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DADCC35-810D-9D45-26C8-D1A9D3CC3F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DC00F40-0D21-0F72-7B9F-0292470D2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3ACDD6A-6AF3-8DB3-C05B-1BB83F4D9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64444615-F4B9-E6F8-4867-D05F378AD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6320F69D-7FFB-88F9-7945-2F248D800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320C8B68-11B6-CC28-52AA-92ED55912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2B26F11-C46D-40DB-A47E-97A8F3D4F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5458D9DE-806C-CCBE-5D51-16EF4CE88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7B84D3A7-3FB4-3071-77F8-C383FD560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20BBF8C1-C93B-9349-A584-5AA436E0E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4BEA76EB-144C-CA74-ECB7-61B88CD34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66E2CF8-A27E-1AFA-6BF7-01E4C93A7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2DF982EE-55E7-B30E-ACEA-E7CCF758E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B6593A70-04D0-76EF-BE2B-C731EE3D4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1507B9C1-4FC4-C553-8CD5-B20EDADB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434C46CE-D65A-650B-057A-EEFEB868F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8FB30185-A1C7-B8C1-47CB-450687B8E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74504CC8-2F55-5F69-A083-24B10AF55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FC696976-3ABB-6D5B-906B-3113947BF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CA56639D-8170-387D-0083-FC9E03057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5201F283-194A-402D-E1E1-BF220549F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5BFD1DB4-8B52-CD7E-E5C6-47274D111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7CD10AE8-9104-879B-AEC3-32070528CA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D1FBC8C5-A8F4-1AB7-7703-A8D4CBF08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F6159A6-8FAD-B818-1CDC-C6E8E448B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FA08B12-0E81-9B24-9923-C87F05FE0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88DB8FE-4805-8B46-E1D3-12DDA2D7D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7A4C5B82-8A64-0669-A572-686DA750C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9152AEA-7881-3849-A7CB-3A722CE6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F27B80E7-BC9B-B3CD-E648-00E2003BD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23F9B18-7552-F89A-0182-E5ABECD6F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1DCD0F1-F325-A5B7-7F2F-C8C3A05A4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DCD5A5C-EA78-F2AB-F74A-1296F876A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F0B3CEF7-ACFA-277F-89D9-A64046604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6929047-149C-3982-9437-C66FA14C2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522D46D3-96ED-AFF7-DC8E-6A7C8515B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4B266106-B3D8-4932-94AA-210B29B56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6178EF94-7F75-B6AA-C13D-E2DD350F9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CEF7F536-4B91-78BB-A6A8-63C2A9F58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F2023D14-5E86-3EBE-B441-E73B800C6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FA823E5F-E553-240B-F309-794974A59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D7878680-3283-FF37-289E-2CC65543E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04A6D9D3-779A-6F4D-E33F-480CA1F25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E286984-7148-7806-8A2B-5D56B8472F0D}"/>
              </a:ext>
            </a:extLst>
          </p:cNvPr>
          <p:cNvSpPr/>
          <p:nvPr/>
        </p:nvSpPr>
        <p:spPr>
          <a:xfrm>
            <a:off x="9157447" y="753035"/>
            <a:ext cx="2426522" cy="1560194"/>
          </a:xfrm>
          <a:prstGeom prst="cloudCallout">
            <a:avLst>
              <a:gd name="adj1" fmla="val -42508"/>
              <a:gd name="adj2" fmla="val 9267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manuelle</a:t>
            </a:r>
            <a:r>
              <a:rPr lang="de-CH" sz="1400" dirty="0">
                <a:solidFill>
                  <a:schemeClr val="bg1"/>
                </a:solidFill>
              </a:rPr>
              <a:t> Überprüfung der Arbeitszeiten</a:t>
            </a:r>
            <a:endParaRPr lang="en-CH" sz="1400" dirty="0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0942DB8-7238-877E-5A5B-8A57C15C4956}"/>
              </a:ext>
            </a:extLst>
          </p:cNvPr>
          <p:cNvSpPr/>
          <p:nvPr/>
        </p:nvSpPr>
        <p:spPr>
          <a:xfrm>
            <a:off x="6415714" y="860612"/>
            <a:ext cx="2426522" cy="1706821"/>
          </a:xfrm>
          <a:prstGeom prst="cloudCallout">
            <a:avLst>
              <a:gd name="adj1" fmla="val 31575"/>
              <a:gd name="adj2" fmla="val 7924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Zeitverlust durch Nachkontrolle</a:t>
            </a:r>
            <a:endParaRPr lang="en-CH" sz="1400" dirty="0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0B516DC4-FB87-A951-8847-4E801FCC4163}"/>
              </a:ext>
            </a:extLst>
          </p:cNvPr>
          <p:cNvSpPr/>
          <p:nvPr/>
        </p:nvSpPr>
        <p:spPr>
          <a:xfrm>
            <a:off x="5454584" y="3934381"/>
            <a:ext cx="2741398" cy="1612531"/>
          </a:xfrm>
          <a:prstGeom prst="cloudCallout">
            <a:avLst>
              <a:gd name="adj1" fmla="val 54670"/>
              <a:gd name="adj2" fmla="val -8173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Veraltetes und fehleranfälliges Stempelsystem</a:t>
            </a:r>
            <a:endParaRPr lang="en-CH" sz="1400" dirty="0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99CD4644-7CF9-83A0-7F21-F1EDE3A9C6B9}"/>
              </a:ext>
            </a:extLst>
          </p:cNvPr>
          <p:cNvSpPr/>
          <p:nvPr/>
        </p:nvSpPr>
        <p:spPr>
          <a:xfrm>
            <a:off x="9413736" y="3661744"/>
            <a:ext cx="2426522" cy="1560194"/>
          </a:xfrm>
          <a:prstGeom prst="cloudCallout">
            <a:avLst>
              <a:gd name="adj1" fmla="val -49989"/>
              <a:gd name="adj2" fmla="val -6979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Könnte man dies nicht vereinfachen ?</a:t>
            </a:r>
            <a:endParaRPr lang="en-CH" sz="1400" dirty="0"/>
          </a:p>
        </p:txBody>
      </p:sp>
      <p:pic>
        <p:nvPicPr>
          <p:cNvPr id="1026" name="Picture 2" descr="Sad Person Showing Facial Expression, Vector Cartoon Stick Figure ...">
            <a:extLst>
              <a:ext uri="{FF2B5EF4-FFF2-40B4-BE49-F238E27FC236}">
                <a16:creationId xmlns:a16="http://schemas.microsoft.com/office/drawing/2014/main" id="{1AC2DB88-44AA-C817-6E05-ACC6848867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02"/>
          <a:stretch>
            <a:fillRect/>
          </a:stretch>
        </p:blipFill>
        <p:spPr bwMode="auto">
          <a:xfrm flipH="1">
            <a:off x="8521246" y="2449210"/>
            <a:ext cx="668533" cy="203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97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1EC3DF-F16D-6C70-F744-A08E2292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User Stories</a:t>
            </a:r>
            <a:endParaRPr lang="en-CH">
              <a:solidFill>
                <a:schemeClr val="bg1"/>
              </a:solidFill>
            </a:endParaRP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7FC18A15-3654-D61A-D703-585C71E239AA}"/>
              </a:ext>
            </a:extLst>
          </p:cNvPr>
          <p:cNvSpPr/>
          <p:nvPr/>
        </p:nvSpPr>
        <p:spPr>
          <a:xfrm>
            <a:off x="7289289" y="655554"/>
            <a:ext cx="2071513" cy="1323416"/>
          </a:xfrm>
          <a:prstGeom prst="cloudCallout">
            <a:avLst>
              <a:gd name="adj1" fmla="val 15346"/>
              <a:gd name="adj2" fmla="val 7314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Einlesen der </a:t>
            </a:r>
            <a:r>
              <a:rPr lang="de-CH" sz="12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Stemplungsdatei</a:t>
            </a:r>
            <a:endParaRPr lang="en-CH" sz="1200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D78A69F0-3CE9-B732-32D1-BD951F267502}"/>
              </a:ext>
            </a:extLst>
          </p:cNvPr>
          <p:cNvSpPr/>
          <p:nvPr/>
        </p:nvSpPr>
        <p:spPr>
          <a:xfrm>
            <a:off x="6136541" y="1978970"/>
            <a:ext cx="1690888" cy="1323416"/>
          </a:xfrm>
          <a:prstGeom prst="cloudCallout">
            <a:avLst>
              <a:gd name="adj1" fmla="val 73327"/>
              <a:gd name="adj2" fmla="val 3250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Übersicht aller Stunden</a:t>
            </a:r>
            <a:endParaRPr lang="en-CH" sz="1200" dirty="0"/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2B8C9711-018B-AA42-4832-F5838C9EA07B}"/>
              </a:ext>
            </a:extLst>
          </p:cNvPr>
          <p:cNvSpPr/>
          <p:nvPr/>
        </p:nvSpPr>
        <p:spPr>
          <a:xfrm>
            <a:off x="5980987" y="3609018"/>
            <a:ext cx="1884081" cy="1323416"/>
          </a:xfrm>
          <a:prstGeom prst="cloudCallout">
            <a:avLst>
              <a:gd name="adj1" fmla="val 68371"/>
              <a:gd name="adj2" fmla="val -3760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Übersicht aller Mitarbeiter Über-Minusstunden</a:t>
            </a:r>
            <a:endParaRPr lang="en-CH" sz="1200" dirty="0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0EE747B4-E94D-ACD7-65E2-5A4997B38F29}"/>
              </a:ext>
            </a:extLst>
          </p:cNvPr>
          <p:cNvSpPr/>
          <p:nvPr/>
        </p:nvSpPr>
        <p:spPr>
          <a:xfrm>
            <a:off x="7500553" y="4671776"/>
            <a:ext cx="2147951" cy="994688"/>
          </a:xfrm>
          <a:prstGeom prst="cloudCallout">
            <a:avLst>
              <a:gd name="adj1" fmla="val 4079"/>
              <a:gd name="adj2" fmla="val -951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Berechnung muss mit Pensum übereinstimmen</a:t>
            </a:r>
            <a:endParaRPr lang="en-CH" sz="1200" dirty="0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DA959F6F-433B-6AF2-97DB-186FFD9AB431}"/>
              </a:ext>
            </a:extLst>
          </p:cNvPr>
          <p:cNvSpPr/>
          <p:nvPr/>
        </p:nvSpPr>
        <p:spPr>
          <a:xfrm>
            <a:off x="9441977" y="1067263"/>
            <a:ext cx="2212305" cy="1269454"/>
          </a:xfrm>
          <a:prstGeom prst="cloudCallout">
            <a:avLst>
              <a:gd name="adj1" fmla="val -53035"/>
              <a:gd name="adj2" fmla="val 5868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wissen wenn die Datei falsch war durch das veraltete System</a:t>
            </a:r>
            <a:endParaRPr lang="en-CH" sz="1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1B994690-F769-5FC4-13CC-9399833FC087}"/>
              </a:ext>
            </a:extLst>
          </p:cNvPr>
          <p:cNvSpPr/>
          <p:nvPr/>
        </p:nvSpPr>
        <p:spPr>
          <a:xfrm>
            <a:off x="9441977" y="3906955"/>
            <a:ext cx="2617069" cy="1087022"/>
          </a:xfrm>
          <a:prstGeom prst="cloudCallout">
            <a:avLst>
              <a:gd name="adj1" fmla="val -50987"/>
              <a:gd name="adj2" fmla="val -6208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wissen ob jemand die Rahmenbedingungen des Vertrages verletzt hat</a:t>
            </a:r>
            <a:endParaRPr lang="en-CH" sz="1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E0A8746B-93CF-BFAF-E0BD-B3F5DF569C54}"/>
              </a:ext>
            </a:extLst>
          </p:cNvPr>
          <p:cNvSpPr/>
          <p:nvPr/>
        </p:nvSpPr>
        <p:spPr>
          <a:xfrm>
            <a:off x="9632991" y="2437523"/>
            <a:ext cx="2617069" cy="1087022"/>
          </a:xfrm>
          <a:prstGeom prst="cloudCallout">
            <a:avLst>
              <a:gd name="adj1" fmla="val -61520"/>
              <a:gd name="adj2" fmla="val 657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wissen welche Rahmenbedingungen verletzt wurde vom Mitarbeiter</a:t>
            </a:r>
            <a:endParaRPr lang="en-CH" sz="1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54" name="Picture 6" descr="Thinking Stick Figure Png">
            <a:extLst>
              <a:ext uri="{FF2B5EF4-FFF2-40B4-BE49-F238E27FC236}">
                <a16:creationId xmlns:a16="http://schemas.microsoft.com/office/drawing/2014/main" id="{C40670EB-B483-DDF1-D44B-FD1587A67C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6" t="3076" r="23299" b="6092"/>
          <a:stretch>
            <a:fillRect/>
          </a:stretch>
        </p:blipFill>
        <p:spPr bwMode="auto">
          <a:xfrm flipH="1">
            <a:off x="8296831" y="2386852"/>
            <a:ext cx="941297" cy="178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0652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AE512-6854-AD1D-0563-81C69B2F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37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FCF9A-A59A-3D98-B117-A920A77A3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748452"/>
            <a:ext cx="4974771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Projektfunktionen</a:t>
            </a:r>
          </a:p>
        </p:txBody>
      </p:sp>
      <p:grpSp>
        <p:nvGrpSpPr>
          <p:cNvPr id="38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9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6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836A20E-2603-50DB-DD91-CAF677BB6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Usereingabe</a:t>
            </a:r>
            <a:r>
              <a:rPr lang="en-US" dirty="0">
                <a:solidFill>
                  <a:schemeClr val="bg1"/>
                </a:solidFill>
              </a:rPr>
              <a:t> des </a:t>
            </a:r>
            <a:r>
              <a:rPr lang="en-US" dirty="0" err="1">
                <a:solidFill>
                  <a:schemeClr val="bg1"/>
                </a:solidFill>
              </a:rPr>
              <a:t>Dateipfads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Einlesen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einer</a:t>
            </a:r>
            <a:r>
              <a:rPr lang="en-US" dirty="0">
                <a:solidFill>
                  <a:schemeClr val="bg1"/>
                </a:solidFill>
              </a:rPr>
              <a:t> CSV-</a:t>
            </a:r>
            <a:r>
              <a:rPr lang="en-US" dirty="0" err="1">
                <a:solidFill>
                  <a:schemeClr val="bg1"/>
                </a:solidFill>
              </a:rPr>
              <a:t>Datei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genormte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Datensätze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Validierung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Datenstruktur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Berechnung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Stunden</a:t>
            </a:r>
            <a:r>
              <a:rPr lang="en-US" dirty="0">
                <a:solidFill>
                  <a:schemeClr val="bg1"/>
                </a:solidFill>
              </a:rPr>
              <a:t> (+/-) </a:t>
            </a:r>
            <a:r>
              <a:rPr lang="en-US" dirty="0" err="1">
                <a:solidFill>
                  <a:schemeClr val="bg1"/>
                </a:solidFill>
              </a:rPr>
              <a:t>anhand</a:t>
            </a:r>
            <a:r>
              <a:rPr lang="en-US" dirty="0">
                <a:solidFill>
                  <a:schemeClr val="bg1"/>
                </a:solidFill>
              </a:rPr>
              <a:t> des Pensums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Validierung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vertraglichen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Rahmenbedingungen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Ausgabe</a:t>
            </a:r>
            <a:r>
              <a:rPr lang="en-US" dirty="0">
                <a:solidFill>
                  <a:schemeClr val="bg1"/>
                </a:solidFill>
              </a:rPr>
              <a:t> der </a:t>
            </a:r>
            <a:r>
              <a:rPr lang="en-US" dirty="0" err="1">
                <a:solidFill>
                  <a:schemeClr val="bg1"/>
                </a:solidFill>
              </a:rPr>
              <a:t>Informationen</a:t>
            </a:r>
            <a:r>
              <a:rPr lang="en-US" dirty="0">
                <a:solidFill>
                  <a:schemeClr val="bg1"/>
                </a:solidFill>
              </a:rPr>
              <a:t> pro Mitarbeiter</a:t>
            </a:r>
          </a:p>
        </p:txBody>
      </p:sp>
    </p:spTree>
    <p:extLst>
      <p:ext uri="{BB962C8B-B14F-4D97-AF65-F5344CB8AC3E}">
        <p14:creationId xmlns:p14="http://schemas.microsoft.com/office/powerpoint/2010/main" val="4520319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3CCB5C-C98D-DF9D-1182-9AC3C309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Projektmanagement</a:t>
            </a:r>
            <a:endParaRPr lang="en-CH">
              <a:solidFill>
                <a:schemeClr val="bg1"/>
              </a:solidFill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EDF3F1E9-4BEC-4492-5E5E-43134BFB77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77270" y="1130846"/>
          <a:ext cx="49747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1041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74311-7DE5-916A-FACF-6598EDEE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495956"/>
            <a:ext cx="6418471" cy="26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Live Demo</a:t>
            </a:r>
            <a:b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853377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2E4F1-5B0D-6078-9666-D15C5308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Q&amp;A</a:t>
            </a:r>
            <a:b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22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DB92E-9198-397C-B79C-0434C75E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B5CFC16-9BF7-0902-921A-3811CA0EE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59EDFAB-6523-CBA3-4EDC-0AEBF72B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FD96E-0374-7A4B-1629-8E634560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Repo:</a:t>
            </a:r>
            <a:b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https://github.com/M-Abdiu/Gruppe-02_Arbeitszeit-Auswertungs-Programm/tree/main</a:t>
            </a:r>
          </a:p>
        </p:txBody>
      </p:sp>
    </p:spTree>
    <p:extLst>
      <p:ext uri="{BB962C8B-B14F-4D97-AF65-F5344CB8AC3E}">
        <p14:creationId xmlns:p14="http://schemas.microsoft.com/office/powerpoint/2010/main" val="1822015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Arbeitszeit-Auswertungsprogramm</vt:lpstr>
      <vt:lpstr>Agenda</vt:lpstr>
      <vt:lpstr>Themawahl</vt:lpstr>
      <vt:lpstr>Problemstellung</vt:lpstr>
      <vt:lpstr>User Stories</vt:lpstr>
      <vt:lpstr>Projektfunktionen</vt:lpstr>
      <vt:lpstr>Projektmanagement</vt:lpstr>
      <vt:lpstr>Live Demo </vt:lpstr>
      <vt:lpstr>Q&amp;A </vt:lpstr>
      <vt:lpstr>Repo: https://github.com/M-Abdiu/Gruppe-02_Arbeitszeit-Auswertungs-Programm/tree/main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Silva Meira (s)</dc:creator>
  <cp:lastModifiedBy>Denis Silva Meira</cp:lastModifiedBy>
  <cp:revision>5</cp:revision>
  <dcterms:created xsi:type="dcterms:W3CDTF">2025-12-12T12:31:08Z</dcterms:created>
  <dcterms:modified xsi:type="dcterms:W3CDTF">2025-12-14T14:04:49Z</dcterms:modified>
</cp:coreProperties>
</file>