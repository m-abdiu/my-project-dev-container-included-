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9" r:id="rId1"/>
  </p:sldMasterIdLst>
  <p:sldIdLst>
    <p:sldId id="258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0747DF-17E6-40FC-9146-051694ECF824}" v="23" dt="2025-12-13T09:49:34.12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98" autoAdjust="0"/>
    <p:restoredTop sz="94660"/>
  </p:normalViewPr>
  <p:slideViewPr>
    <p:cSldViewPr snapToGrid="0">
      <p:cViewPr varScale="1">
        <p:scale>
          <a:sx n="75" d="100"/>
          <a:sy n="75" d="100"/>
        </p:scale>
        <p:origin x="62" y="3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ehmedali Abdiu (s)" userId="6ba2def0-b9b1-4049-863c-8bfc2eb26721" providerId="ADAL" clId="{45502CF0-928D-44D5-8886-D139521CFA9E}"/>
    <pc:docChg chg="custSel modSld">
      <pc:chgData name="Mehmedali Abdiu (s)" userId="6ba2def0-b9b1-4049-863c-8bfc2eb26721" providerId="ADAL" clId="{45502CF0-928D-44D5-8886-D139521CFA9E}" dt="2025-12-13T13:03:22.616" v="3" actId="478"/>
      <pc:docMkLst>
        <pc:docMk/>
      </pc:docMkLst>
      <pc:sldChg chg="addSp delSp modSp mod">
        <pc:chgData name="Mehmedali Abdiu (s)" userId="6ba2def0-b9b1-4049-863c-8bfc2eb26721" providerId="ADAL" clId="{45502CF0-928D-44D5-8886-D139521CFA9E}" dt="2025-12-13T13:03:22.616" v="3" actId="478"/>
        <pc:sldMkLst>
          <pc:docMk/>
          <pc:sldMk cId="849298903" sldId="257"/>
        </pc:sldMkLst>
        <pc:picChg chg="add del mod">
          <ac:chgData name="Mehmedali Abdiu (s)" userId="6ba2def0-b9b1-4049-863c-8bfc2eb26721" providerId="ADAL" clId="{45502CF0-928D-44D5-8886-D139521CFA9E}" dt="2025-12-13T13:03:22.616" v="3" actId="478"/>
          <ac:picMkLst>
            <pc:docMk/>
            <pc:sldMk cId="849298903" sldId="257"/>
            <ac:picMk id="4" creationId="{B75A49A3-0ECB-4F4F-3C83-7B9371745313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918122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639091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544150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623035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771536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141272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2960323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383694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723174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590941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0503487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‹Nr.›</a:t>
            </a:fld>
            <a:endParaRPr lang="de-CH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884224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1230433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627698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207441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60924052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7047578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11F5CA-2DB8-8C7C-D701-10879747A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5EC39C8-F875-42A7-85B4-E9A037B496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2D83B25-D41A-83A5-ADF7-17C82D6258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37BF439-1CDE-E61D-9071-CADB56DDC9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DF6835D-3408-CABE-782D-875AC7D7F1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9265ED-3E02-4D33-BBF1-61BB7F93301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482756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84F5F873-595F-43C1-AD02-E65AEE3A159F}" type="datetimeFigureOut">
              <a:rPr lang="de-CH" smtClean="0"/>
              <a:t>13.12.2025</a:t>
            </a:fld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2D9265ED-3E02-4D33-BBF1-61BB7F933016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513736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  <p:sldLayoutId id="2147483682" r:id="rId3"/>
    <p:sldLayoutId id="2147483683" r:id="rId4"/>
    <p:sldLayoutId id="2147483684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0" r:id="rId11"/>
    <p:sldLayoutId id="2147483691" r:id="rId12"/>
    <p:sldLayoutId id="2147483692" r:id="rId13"/>
    <p:sldLayoutId id="2147483693" r:id="rId14"/>
    <p:sldLayoutId id="2147483694" r:id="rId15"/>
    <p:sldLayoutId id="2147483695" r:id="rId16"/>
    <p:sldLayoutId id="2147483696" r:id="rId17"/>
    <p:sldLayoutId id="2147483697" r:id="rId18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3187FA81-B37F-3F5D-5155-0660C5925B44}"/>
              </a:ext>
            </a:extLst>
          </p:cNvPr>
          <p:cNvSpPr txBox="1"/>
          <p:nvPr/>
        </p:nvSpPr>
        <p:spPr>
          <a:xfrm>
            <a:off x="5689543" y="2027815"/>
            <a:ext cx="1216326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CH" sz="2400" dirty="0" err="1"/>
              <a:t>main</a:t>
            </a:r>
            <a:r>
              <a:rPr lang="de-CH" sz="2400" dirty="0"/>
              <a:t>()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CC2D986-4237-AE24-7BDB-491B78BD3581}"/>
              </a:ext>
            </a:extLst>
          </p:cNvPr>
          <p:cNvSpPr txBox="1"/>
          <p:nvPr/>
        </p:nvSpPr>
        <p:spPr>
          <a:xfrm>
            <a:off x="5326620" y="3392978"/>
            <a:ext cx="194217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CH" dirty="0" err="1"/>
              <a:t>read_csv_input</a:t>
            </a:r>
            <a:r>
              <a:rPr lang="de-CH" dirty="0"/>
              <a:t>()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4F43B78F-0BA6-E822-5C21-10228E27E364}"/>
              </a:ext>
            </a:extLst>
          </p:cNvPr>
          <p:cNvSpPr txBox="1"/>
          <p:nvPr/>
        </p:nvSpPr>
        <p:spPr>
          <a:xfrm>
            <a:off x="5297209" y="4056391"/>
            <a:ext cx="200099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r>
              <a:rPr lang="de-CH" dirty="0" err="1"/>
              <a:t>val_arbeitszeiten</a:t>
            </a:r>
            <a:r>
              <a:rPr lang="de-CH" dirty="0"/>
              <a:t>()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FD0A28A6-D262-4C8F-5881-DAFC3091664E}"/>
              </a:ext>
            </a:extLst>
          </p:cNvPr>
          <p:cNvSpPr txBox="1"/>
          <p:nvPr/>
        </p:nvSpPr>
        <p:spPr>
          <a:xfrm>
            <a:off x="4937284" y="5089025"/>
            <a:ext cx="273354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r>
              <a:rPr lang="de-CH" dirty="0" err="1"/>
              <a:t>math_stundenrechnung</a:t>
            </a:r>
            <a:r>
              <a:rPr lang="de-CH" dirty="0"/>
              <a:t> ()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0816CE1E-98BA-F0F1-DBD5-E5524B81988F}"/>
              </a:ext>
            </a:extLst>
          </p:cNvPr>
          <p:cNvCxnSpPr>
            <a:cxnSpLocks/>
            <a:stCxn id="5" idx="2"/>
            <a:endCxn id="64" idx="0"/>
          </p:cNvCxnSpPr>
          <p:nvPr/>
        </p:nvCxnSpPr>
        <p:spPr>
          <a:xfrm flipH="1">
            <a:off x="6291356" y="2489480"/>
            <a:ext cx="6350" cy="254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Verbinder: gewinkelt 32">
            <a:extLst>
              <a:ext uri="{FF2B5EF4-FFF2-40B4-BE49-F238E27FC236}">
                <a16:creationId xmlns:a16="http://schemas.microsoft.com/office/drawing/2014/main" id="{298BBBC7-2396-30EF-C1D0-CE7B813B3E2A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 rot="5400000">
            <a:off x="6150666" y="3909350"/>
            <a:ext cx="294081" cy="12700"/>
          </a:xfrm>
          <a:prstGeom prst="bentConnector3">
            <a:avLst>
              <a:gd name="adj1" fmla="val 427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Verbinder: gewinkelt 34">
            <a:extLst>
              <a:ext uri="{FF2B5EF4-FFF2-40B4-BE49-F238E27FC236}">
                <a16:creationId xmlns:a16="http://schemas.microsoft.com/office/drawing/2014/main" id="{EC77B619-FD95-078C-FDD8-CBE192157AE2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rot="16200000" flipH="1">
            <a:off x="5969230" y="4754198"/>
            <a:ext cx="663302" cy="6351"/>
          </a:xfrm>
          <a:prstGeom prst="bentConnector3">
            <a:avLst>
              <a:gd name="adj1" fmla="val 23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feld 5">
            <a:extLst>
              <a:ext uri="{FF2B5EF4-FFF2-40B4-BE49-F238E27FC236}">
                <a16:creationId xmlns:a16="http://schemas.microsoft.com/office/drawing/2014/main" id="{8B06F666-FB77-355E-84B8-DCDF71B493D0}"/>
              </a:ext>
            </a:extLst>
          </p:cNvPr>
          <p:cNvSpPr txBox="1"/>
          <p:nvPr/>
        </p:nvSpPr>
        <p:spPr>
          <a:xfrm>
            <a:off x="2331754" y="4686311"/>
            <a:ext cx="194217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CH" dirty="0" err="1"/>
              <a:t>zeit_zu_stunden</a:t>
            </a:r>
            <a:r>
              <a:rPr lang="de-CH" dirty="0"/>
              <a:t>()</a:t>
            </a:r>
          </a:p>
        </p:txBody>
      </p:sp>
      <p:sp>
        <p:nvSpPr>
          <p:cNvPr id="55" name="Textfeld 5">
            <a:extLst>
              <a:ext uri="{FF2B5EF4-FFF2-40B4-BE49-F238E27FC236}">
                <a16:creationId xmlns:a16="http://schemas.microsoft.com/office/drawing/2014/main" id="{105A720B-F707-67FE-A939-4BB62E663157}"/>
              </a:ext>
            </a:extLst>
          </p:cNvPr>
          <p:cNvSpPr txBox="1"/>
          <p:nvPr/>
        </p:nvSpPr>
        <p:spPr>
          <a:xfrm>
            <a:off x="2026956" y="5599551"/>
            <a:ext cx="255176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CH" dirty="0"/>
              <a:t>Vertragsbedingungen()</a:t>
            </a:r>
          </a:p>
        </p:txBody>
      </p:sp>
      <p:sp>
        <p:nvSpPr>
          <p:cNvPr id="56" name="Textfeld 5">
            <a:extLst>
              <a:ext uri="{FF2B5EF4-FFF2-40B4-BE49-F238E27FC236}">
                <a16:creationId xmlns:a16="http://schemas.microsoft.com/office/drawing/2014/main" id="{143543F4-519A-A901-DF98-214AB5654AEB}"/>
              </a:ext>
            </a:extLst>
          </p:cNvPr>
          <p:cNvSpPr txBox="1"/>
          <p:nvPr/>
        </p:nvSpPr>
        <p:spPr>
          <a:xfrm>
            <a:off x="2284689" y="4062741"/>
            <a:ext cx="194217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CH" dirty="0" err="1"/>
              <a:t>ist_gueltige_zeit</a:t>
            </a:r>
            <a:r>
              <a:rPr lang="de-CH" dirty="0"/>
              <a:t>()</a:t>
            </a:r>
          </a:p>
        </p:txBody>
      </p:sp>
      <p:sp>
        <p:nvSpPr>
          <p:cNvPr id="64" name="Textfeld 5">
            <a:extLst>
              <a:ext uri="{FF2B5EF4-FFF2-40B4-BE49-F238E27FC236}">
                <a16:creationId xmlns:a16="http://schemas.microsoft.com/office/drawing/2014/main" id="{96B46517-77E7-E0F0-5CCF-15282440B72D}"/>
              </a:ext>
            </a:extLst>
          </p:cNvPr>
          <p:cNvSpPr txBox="1"/>
          <p:nvPr/>
        </p:nvSpPr>
        <p:spPr>
          <a:xfrm>
            <a:off x="5320270" y="2744150"/>
            <a:ext cx="194217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CH" dirty="0" err="1"/>
              <a:t>User_input</a:t>
            </a:r>
            <a:r>
              <a:rPr lang="de-CH" dirty="0"/>
              <a:t>()</a:t>
            </a:r>
          </a:p>
        </p:txBody>
      </p:sp>
      <p:cxnSp>
        <p:nvCxnSpPr>
          <p:cNvPr id="73" name="Verbinder: gewinkelt 34">
            <a:extLst>
              <a:ext uri="{FF2B5EF4-FFF2-40B4-BE49-F238E27FC236}">
                <a16:creationId xmlns:a16="http://schemas.microsoft.com/office/drawing/2014/main" id="{E16C0238-CE1E-DC5C-D55F-261F84A8721C}"/>
              </a:ext>
            </a:extLst>
          </p:cNvPr>
          <p:cNvCxnSpPr>
            <a:cxnSpLocks/>
            <a:stCxn id="56" idx="3"/>
            <a:endCxn id="8" idx="1"/>
          </p:cNvCxnSpPr>
          <p:nvPr/>
        </p:nvCxnSpPr>
        <p:spPr>
          <a:xfrm flipV="1">
            <a:off x="4226861" y="4241057"/>
            <a:ext cx="1070348" cy="635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Verbinder: gewinkelt 34">
            <a:extLst>
              <a:ext uri="{FF2B5EF4-FFF2-40B4-BE49-F238E27FC236}">
                <a16:creationId xmlns:a16="http://schemas.microsoft.com/office/drawing/2014/main" id="{5EC2CF19-3ADA-0298-65D2-9FD3732040F0}"/>
              </a:ext>
            </a:extLst>
          </p:cNvPr>
          <p:cNvCxnSpPr>
            <a:cxnSpLocks/>
            <a:stCxn id="54" idx="2"/>
          </p:cNvCxnSpPr>
          <p:nvPr/>
        </p:nvCxnSpPr>
        <p:spPr>
          <a:xfrm rot="16200000" flipH="1">
            <a:off x="4075478" y="4283005"/>
            <a:ext cx="89169" cy="163444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Verbinder: gewinkelt 34">
            <a:extLst>
              <a:ext uri="{FF2B5EF4-FFF2-40B4-BE49-F238E27FC236}">
                <a16:creationId xmlns:a16="http://schemas.microsoft.com/office/drawing/2014/main" id="{F0578AFD-88D6-523D-A1D8-4F2F61733503}"/>
              </a:ext>
            </a:extLst>
          </p:cNvPr>
          <p:cNvCxnSpPr>
            <a:cxnSpLocks/>
          </p:cNvCxnSpPr>
          <p:nvPr/>
        </p:nvCxnSpPr>
        <p:spPr>
          <a:xfrm flipV="1">
            <a:off x="3302840" y="5414885"/>
            <a:ext cx="1634444" cy="169187"/>
          </a:xfrm>
          <a:prstGeom prst="bentConnector3">
            <a:avLst>
              <a:gd name="adj1" fmla="val 63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Verbinder: gewinkelt 32">
            <a:extLst>
              <a:ext uri="{FF2B5EF4-FFF2-40B4-BE49-F238E27FC236}">
                <a16:creationId xmlns:a16="http://schemas.microsoft.com/office/drawing/2014/main" id="{6B2E3567-8394-8C67-71F8-E27BEF5B5DCC}"/>
              </a:ext>
            </a:extLst>
          </p:cNvPr>
          <p:cNvCxnSpPr>
            <a:cxnSpLocks/>
            <a:stCxn id="64" idx="2"/>
            <a:endCxn id="6" idx="0"/>
          </p:cNvCxnSpPr>
          <p:nvPr/>
        </p:nvCxnSpPr>
        <p:spPr>
          <a:xfrm rot="16200000" flipH="1">
            <a:off x="6154783" y="3250055"/>
            <a:ext cx="279496" cy="6350"/>
          </a:xfrm>
          <a:prstGeom prst="bentConnector3">
            <a:avLst>
              <a:gd name="adj1" fmla="val -517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Verbinder: gewinkelt 34">
            <a:extLst>
              <a:ext uri="{FF2B5EF4-FFF2-40B4-BE49-F238E27FC236}">
                <a16:creationId xmlns:a16="http://schemas.microsoft.com/office/drawing/2014/main" id="{58317EA6-07CF-56FF-0ED2-EC9DC1F8CBFB}"/>
              </a:ext>
            </a:extLst>
          </p:cNvPr>
          <p:cNvCxnSpPr>
            <a:cxnSpLocks/>
            <a:endCxn id="5" idx="3"/>
          </p:cNvCxnSpPr>
          <p:nvPr/>
        </p:nvCxnSpPr>
        <p:spPr>
          <a:xfrm rot="16200000" flipV="1">
            <a:off x="5784412" y="3380106"/>
            <a:ext cx="2998349" cy="75543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feld 4">
            <a:extLst>
              <a:ext uri="{FF2B5EF4-FFF2-40B4-BE49-F238E27FC236}">
                <a16:creationId xmlns:a16="http://schemas.microsoft.com/office/drawing/2014/main" id="{805362AF-4828-1871-1AD4-A977F63441DF}"/>
              </a:ext>
            </a:extLst>
          </p:cNvPr>
          <p:cNvSpPr txBox="1"/>
          <p:nvPr/>
        </p:nvSpPr>
        <p:spPr>
          <a:xfrm>
            <a:off x="3408829" y="264010"/>
            <a:ext cx="6037730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CH" sz="2400" dirty="0"/>
              <a:t>Funktionshierarchiebaum: </a:t>
            </a:r>
            <a:r>
              <a:rPr lang="de-CH" sz="2400" dirty="0" err="1"/>
              <a:t>Zeitstemplungsrechner</a:t>
            </a:r>
            <a:endParaRPr lang="de-CH" sz="2400" dirty="0"/>
          </a:p>
        </p:txBody>
      </p:sp>
    </p:spTree>
    <p:extLst>
      <p:ext uri="{BB962C8B-B14F-4D97-AF65-F5344CB8AC3E}">
        <p14:creationId xmlns:p14="http://schemas.microsoft.com/office/powerpoint/2010/main" val="37303578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66BBB5F-A274-BF08-7DA4-755C20EFFD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48574"/>
            <a:ext cx="10515600" cy="5728389"/>
          </a:xfrm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de-CH" sz="1800" b="1" dirty="0"/>
              <a:t>Allg. Information: </a:t>
            </a:r>
          </a:p>
          <a:p>
            <a:r>
              <a:rPr lang="de-CH" sz="1800" dirty="0"/>
              <a:t>Es sollte immer eine Pause gemacht werden. (Schichtbetrieb)</a:t>
            </a:r>
          </a:p>
          <a:p>
            <a:r>
              <a:rPr lang="de-CH" sz="1800" dirty="0"/>
              <a:t>Maximal Arbeitszeit ist vorgegeben durch Pensum</a:t>
            </a:r>
          </a:p>
          <a:p>
            <a:r>
              <a:rPr lang="de-CH" sz="1800" dirty="0"/>
              <a:t>Immer 5 Einträge sind bedingt (00:00 Einträge bei Nichtarbeit)</a:t>
            </a:r>
          </a:p>
          <a:p>
            <a:pPr marL="0" indent="0">
              <a:buNone/>
            </a:pPr>
            <a:endParaRPr lang="de-CH" sz="1800" dirty="0"/>
          </a:p>
          <a:p>
            <a:pPr marL="0" indent="0">
              <a:buNone/>
            </a:pPr>
            <a:r>
              <a:rPr lang="de-CH" sz="1800" b="1" dirty="0"/>
              <a:t>Beispiel Input CSV:</a:t>
            </a:r>
          </a:p>
          <a:p>
            <a:r>
              <a:rPr lang="de-CH" sz="1800" b="1" dirty="0" err="1"/>
              <a:t>str,str,FLOAT,str,float,float,float,float,float</a:t>
            </a:r>
            <a:r>
              <a:rPr lang="de-CH" sz="1800" b="1" dirty="0"/>
              <a:t>,</a:t>
            </a:r>
          </a:p>
          <a:p>
            <a:r>
              <a:rPr lang="de-CH" sz="1800" dirty="0"/>
              <a:t>Name,Vorname,Pensum,Tag,Eintrittsstempelung,Pauseneinttirtsstempelung,Pausenaustrittstempelung,Ausstrittsstempelung</a:t>
            </a:r>
          </a:p>
          <a:p>
            <a:pPr marL="0" indent="0">
              <a:buNone/>
            </a:pPr>
            <a:endParaRPr lang="de-CH" sz="1800" dirty="0"/>
          </a:p>
          <a:p>
            <a:r>
              <a:rPr lang="de-CH" sz="1800" dirty="0"/>
              <a:t>Datenstruktur Beispiel:</a:t>
            </a:r>
          </a:p>
          <a:p>
            <a:pPr lvl="1"/>
            <a:r>
              <a:rPr lang="de-CH" sz="1800" dirty="0"/>
              <a:t>Mustermann,Max,100,Montag,08.00,12.00,13.00,17.00, </a:t>
            </a:r>
            <a:r>
              <a:rPr lang="de-CH" dirty="0"/>
              <a:t>Dienstag,100,08.00,12.00,13.00,17.00</a:t>
            </a:r>
            <a:endParaRPr lang="de-CH" sz="1800" dirty="0"/>
          </a:p>
          <a:p>
            <a:pPr lvl="1"/>
            <a:r>
              <a:rPr lang="de-CH" sz="1800" dirty="0"/>
              <a:t>Musterfrau,Maxine,80,Dienstag,08.00,12.00,13.00,17.00</a:t>
            </a:r>
            <a:r>
              <a:rPr lang="de-CH" dirty="0"/>
              <a:t>, Freitag,100,08.00,12.00,13.00,17.00</a:t>
            </a:r>
          </a:p>
          <a:p>
            <a:pPr lvl="1"/>
            <a:endParaRPr lang="de-CH" sz="1800" dirty="0"/>
          </a:p>
          <a:p>
            <a:pPr lvl="1"/>
            <a:endParaRPr lang="de-CH" sz="1800" dirty="0"/>
          </a:p>
          <a:p>
            <a:r>
              <a:rPr lang="de-CH" sz="1800" dirty="0"/>
              <a:t>Beispiel Output Konsolenausgabe:</a:t>
            </a:r>
          </a:p>
          <a:p>
            <a:pPr lvl="1"/>
            <a:r>
              <a:rPr lang="de-CH" sz="1600" dirty="0"/>
              <a:t>Warnung bei Wochenendarbeit!</a:t>
            </a:r>
          </a:p>
          <a:p>
            <a:pPr lvl="1"/>
            <a:r>
              <a:rPr lang="de-CH" sz="1600" dirty="0"/>
              <a:t>Komplette eingelesene Datenstruktur</a:t>
            </a:r>
          </a:p>
          <a:p>
            <a:pPr lvl="1"/>
            <a:r>
              <a:rPr lang="de-CH" sz="1600" dirty="0"/>
              <a:t>Übersicht</a:t>
            </a:r>
          </a:p>
          <a:p>
            <a:pPr lvl="2"/>
            <a:r>
              <a:rPr lang="de-CH" dirty="0"/>
              <a:t>Nachname, Vorname, Pensum</a:t>
            </a:r>
          </a:p>
          <a:p>
            <a:pPr lvl="2"/>
            <a:r>
              <a:rPr lang="de-CH" dirty="0"/>
              <a:t>Effektivstunden</a:t>
            </a:r>
          </a:p>
          <a:p>
            <a:pPr lvl="2"/>
            <a:r>
              <a:rPr lang="de-CH" dirty="0"/>
              <a:t>Soll-stunden</a:t>
            </a:r>
          </a:p>
          <a:p>
            <a:pPr lvl="2"/>
            <a:r>
              <a:rPr lang="de-CH" dirty="0"/>
              <a:t>Differenz-zeit</a:t>
            </a:r>
          </a:p>
          <a:p>
            <a:pPr lvl="2"/>
            <a:r>
              <a:rPr lang="de-CH" dirty="0"/>
              <a:t>Pausen-Stunden</a:t>
            </a:r>
          </a:p>
          <a:p>
            <a:pPr lvl="2"/>
            <a:r>
              <a:rPr lang="de-CH" dirty="0"/>
              <a:t>Vertragsbedingungen eingehalten?</a:t>
            </a:r>
          </a:p>
          <a:p>
            <a:pPr lvl="2"/>
            <a:r>
              <a:rPr lang="de-CH" dirty="0"/>
              <a:t>Begründung der Vertrags-Verletzung</a:t>
            </a:r>
          </a:p>
          <a:p>
            <a:endParaRPr lang="de-CH" sz="1800" dirty="0"/>
          </a:p>
          <a:p>
            <a:endParaRPr lang="de-CH" sz="1800" dirty="0"/>
          </a:p>
          <a:p>
            <a:endParaRPr lang="de-CH" sz="1800" dirty="0"/>
          </a:p>
          <a:p>
            <a:endParaRPr lang="de-CH" sz="1800" dirty="0"/>
          </a:p>
        </p:txBody>
      </p:sp>
    </p:spTree>
    <p:extLst>
      <p:ext uri="{BB962C8B-B14F-4D97-AF65-F5344CB8AC3E}">
        <p14:creationId xmlns:p14="http://schemas.microsoft.com/office/powerpoint/2010/main" val="849298903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0</TotalTime>
  <Words>162</Words>
  <Application>Microsoft Office PowerPoint</Application>
  <PresentationFormat>Breitbild</PresentationFormat>
  <Paragraphs>36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5" baseType="lpstr">
      <vt:lpstr>Arial</vt:lpstr>
      <vt:lpstr>Tw Cen MT</vt:lpstr>
      <vt:lpstr>Droplet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Mehmedali Abdiu (s)</dc:creator>
  <cp:lastModifiedBy>Mehmedali Abdiu (s)</cp:lastModifiedBy>
  <cp:revision>3</cp:revision>
  <dcterms:created xsi:type="dcterms:W3CDTF">2025-10-18T09:01:47Z</dcterms:created>
  <dcterms:modified xsi:type="dcterms:W3CDTF">2025-12-13T13:03:31Z</dcterms:modified>
</cp:coreProperties>
</file>