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9" r:id="rId1"/>
  </p:sldMasterIdLst>
  <p:sldIdLst>
    <p:sldId id="258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0747DF-17E6-40FC-9146-051694ECF824}" v="23" dt="2025-12-13T09:49:34.1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8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3204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nis Silva Meira" userId="5dbdbdf7580740ff" providerId="LiveId" clId="{0FA4E63B-62B8-4FB4-8FDC-98F071D47D52}"/>
    <pc:docChg chg="custSel delSld modSld">
      <pc:chgData name="Denis Silva Meira" userId="5dbdbdf7580740ff" providerId="LiveId" clId="{0FA4E63B-62B8-4FB4-8FDC-98F071D47D52}" dt="2025-12-13T09:51:00.054" v="607" actId="14100"/>
      <pc:docMkLst>
        <pc:docMk/>
      </pc:docMkLst>
      <pc:sldChg chg="del">
        <pc:chgData name="Denis Silva Meira" userId="5dbdbdf7580740ff" providerId="LiveId" clId="{0FA4E63B-62B8-4FB4-8FDC-98F071D47D52}" dt="2025-12-12T12:53:24.004" v="0" actId="2696"/>
        <pc:sldMkLst>
          <pc:docMk/>
          <pc:sldMk cId="1992920479" sldId="256"/>
        </pc:sldMkLst>
      </pc:sldChg>
      <pc:sldChg chg="modSp mod">
        <pc:chgData name="Denis Silva Meira" userId="5dbdbdf7580740ff" providerId="LiveId" clId="{0FA4E63B-62B8-4FB4-8FDC-98F071D47D52}" dt="2025-12-13T09:49:47.865" v="592" actId="20577"/>
        <pc:sldMkLst>
          <pc:docMk/>
          <pc:sldMk cId="849298903" sldId="257"/>
        </pc:sldMkLst>
        <pc:spChg chg="mod">
          <ac:chgData name="Denis Silva Meira" userId="5dbdbdf7580740ff" providerId="LiveId" clId="{0FA4E63B-62B8-4FB4-8FDC-98F071D47D52}" dt="2025-12-13T09:49:47.865" v="592" actId="20577"/>
          <ac:spMkLst>
            <pc:docMk/>
            <pc:sldMk cId="849298903" sldId="257"/>
            <ac:spMk id="3" creationId="{C66BBB5F-A274-BF08-7DA4-755C20EFFD6E}"/>
          </ac:spMkLst>
        </pc:spChg>
      </pc:sldChg>
      <pc:sldChg chg="addSp delSp modSp mod">
        <pc:chgData name="Denis Silva Meira" userId="5dbdbdf7580740ff" providerId="LiveId" clId="{0FA4E63B-62B8-4FB4-8FDC-98F071D47D52}" dt="2025-12-13T09:51:00.054" v="607" actId="14100"/>
        <pc:sldMkLst>
          <pc:docMk/>
          <pc:sldMk cId="3730357880" sldId="258"/>
        </pc:sldMkLst>
        <pc:spChg chg="mod">
          <ac:chgData name="Denis Silva Meira" userId="5dbdbdf7580740ff" providerId="LiveId" clId="{0FA4E63B-62B8-4FB4-8FDC-98F071D47D52}" dt="2025-12-13T09:46:48.468" v="370" actId="1076"/>
          <ac:spMkLst>
            <pc:docMk/>
            <pc:sldMk cId="3730357880" sldId="258"/>
            <ac:spMk id="5" creationId="{3187FA81-B37F-3F5D-5155-0660C5925B44}"/>
          </ac:spMkLst>
        </pc:spChg>
        <pc:spChg chg="mod">
          <ac:chgData name="Denis Silva Meira" userId="5dbdbdf7580740ff" providerId="LiveId" clId="{0FA4E63B-62B8-4FB4-8FDC-98F071D47D52}" dt="2025-12-13T09:46:48.468" v="370" actId="1076"/>
          <ac:spMkLst>
            <pc:docMk/>
            <pc:sldMk cId="3730357880" sldId="258"/>
            <ac:spMk id="6" creationId="{6CC2D986-4237-AE24-7BDB-491B78BD3581}"/>
          </ac:spMkLst>
        </pc:spChg>
        <pc:spChg chg="del">
          <ac:chgData name="Denis Silva Meira" userId="5dbdbdf7580740ff" providerId="LiveId" clId="{0FA4E63B-62B8-4FB4-8FDC-98F071D47D52}" dt="2025-12-13T09:36:37.144" v="12" actId="478"/>
          <ac:spMkLst>
            <pc:docMk/>
            <pc:sldMk cId="3730357880" sldId="258"/>
            <ac:spMk id="7" creationId="{478B44F2-4945-D035-D888-4C8599F1EE78}"/>
          </ac:spMkLst>
        </pc:spChg>
        <pc:spChg chg="mod">
          <ac:chgData name="Denis Silva Meira" userId="5dbdbdf7580740ff" providerId="LiveId" clId="{0FA4E63B-62B8-4FB4-8FDC-98F071D47D52}" dt="2025-12-13T09:46:48.468" v="370" actId="1076"/>
          <ac:spMkLst>
            <pc:docMk/>
            <pc:sldMk cId="3730357880" sldId="258"/>
            <ac:spMk id="8" creationId="{4F43B78F-0BA6-E822-5C21-10228E27E364}"/>
          </ac:spMkLst>
        </pc:spChg>
        <pc:spChg chg="mod">
          <ac:chgData name="Denis Silva Meira" userId="5dbdbdf7580740ff" providerId="LiveId" clId="{0FA4E63B-62B8-4FB4-8FDC-98F071D47D52}" dt="2025-12-13T09:46:48.468" v="370" actId="1076"/>
          <ac:spMkLst>
            <pc:docMk/>
            <pc:sldMk cId="3730357880" sldId="258"/>
            <ac:spMk id="9" creationId="{FD0A28A6-D262-4C8F-5881-DAFC3091664E}"/>
          </ac:spMkLst>
        </pc:spChg>
        <pc:spChg chg="del mod">
          <ac:chgData name="Denis Silva Meira" userId="5dbdbdf7580740ff" providerId="LiveId" clId="{0FA4E63B-62B8-4FB4-8FDC-98F071D47D52}" dt="2025-12-13T09:37:35.084" v="19" actId="478"/>
          <ac:spMkLst>
            <pc:docMk/>
            <pc:sldMk cId="3730357880" sldId="258"/>
            <ac:spMk id="10" creationId="{B7D74853-8452-9574-67CA-1642DFBCE7DE}"/>
          </ac:spMkLst>
        </pc:spChg>
        <pc:spChg chg="del">
          <ac:chgData name="Denis Silva Meira" userId="5dbdbdf7580740ff" providerId="LiveId" clId="{0FA4E63B-62B8-4FB4-8FDC-98F071D47D52}" dt="2025-12-13T09:37:36.960" v="22" actId="478"/>
          <ac:spMkLst>
            <pc:docMk/>
            <pc:sldMk cId="3730357880" sldId="258"/>
            <ac:spMk id="11" creationId="{1C542889-76ED-D8F6-6988-857A1B671195}"/>
          </ac:spMkLst>
        </pc:spChg>
        <pc:spChg chg="del">
          <ac:chgData name="Denis Silva Meira" userId="5dbdbdf7580740ff" providerId="LiveId" clId="{0FA4E63B-62B8-4FB4-8FDC-98F071D47D52}" dt="2025-12-13T09:37:36.452" v="21" actId="478"/>
          <ac:spMkLst>
            <pc:docMk/>
            <pc:sldMk cId="3730357880" sldId="258"/>
            <ac:spMk id="12" creationId="{FCC47784-33F9-5813-A189-0FA40682E8D0}"/>
          </ac:spMkLst>
        </pc:spChg>
        <pc:spChg chg="del">
          <ac:chgData name="Denis Silva Meira" userId="5dbdbdf7580740ff" providerId="LiveId" clId="{0FA4E63B-62B8-4FB4-8FDC-98F071D47D52}" dt="2025-12-13T09:37:35.862" v="20" actId="478"/>
          <ac:spMkLst>
            <pc:docMk/>
            <pc:sldMk cId="3730357880" sldId="258"/>
            <ac:spMk id="13" creationId="{992DA73C-5320-A31A-BA80-0D8259CC57BD}"/>
          </ac:spMkLst>
        </pc:spChg>
        <pc:spChg chg="del">
          <ac:chgData name="Denis Silva Meira" userId="5dbdbdf7580740ff" providerId="LiveId" clId="{0FA4E63B-62B8-4FB4-8FDC-98F071D47D52}" dt="2025-12-13T09:43:03.320" v="129" actId="478"/>
          <ac:spMkLst>
            <pc:docMk/>
            <pc:sldMk cId="3730357880" sldId="258"/>
            <ac:spMk id="16" creationId="{EACBE9B6-28B2-B702-7254-C498C5708EFB}"/>
          </ac:spMkLst>
        </pc:spChg>
        <pc:spChg chg="del">
          <ac:chgData name="Denis Silva Meira" userId="5dbdbdf7580740ff" providerId="LiveId" clId="{0FA4E63B-62B8-4FB4-8FDC-98F071D47D52}" dt="2025-12-13T09:43:04.051" v="130" actId="478"/>
          <ac:spMkLst>
            <pc:docMk/>
            <pc:sldMk cId="3730357880" sldId="258"/>
            <ac:spMk id="17" creationId="{2FFE64DB-D5A3-E666-F9B8-5AA61859447E}"/>
          </ac:spMkLst>
        </pc:spChg>
        <pc:spChg chg="add del">
          <ac:chgData name="Denis Silva Meira" userId="5dbdbdf7580740ff" providerId="LiveId" clId="{0FA4E63B-62B8-4FB4-8FDC-98F071D47D52}" dt="2025-12-13T09:38:04.427" v="35" actId="478"/>
          <ac:spMkLst>
            <pc:docMk/>
            <pc:sldMk cId="3730357880" sldId="258"/>
            <ac:spMk id="52" creationId="{5BDEF368-9A33-16CC-14B1-7419BDF332B1}"/>
          </ac:spMkLst>
        </pc:spChg>
        <pc:spChg chg="add del mod">
          <ac:chgData name="Denis Silva Meira" userId="5dbdbdf7580740ff" providerId="LiveId" clId="{0FA4E63B-62B8-4FB4-8FDC-98F071D47D52}" dt="2025-12-13T09:40:19.777" v="74" actId="478"/>
          <ac:spMkLst>
            <pc:docMk/>
            <pc:sldMk cId="3730357880" sldId="258"/>
            <ac:spMk id="53" creationId="{E0BB7F21-58DE-E6A7-42DA-4523787715C1}"/>
          </ac:spMkLst>
        </pc:spChg>
        <pc:spChg chg="add mod">
          <ac:chgData name="Denis Silva Meira" userId="5dbdbdf7580740ff" providerId="LiveId" clId="{0FA4E63B-62B8-4FB4-8FDC-98F071D47D52}" dt="2025-12-13T09:46:48.468" v="370" actId="1076"/>
          <ac:spMkLst>
            <pc:docMk/>
            <pc:sldMk cId="3730357880" sldId="258"/>
            <ac:spMk id="54" creationId="{8B06F666-FB77-355E-84B8-DCDF71B493D0}"/>
          </ac:spMkLst>
        </pc:spChg>
        <pc:spChg chg="add mod">
          <ac:chgData name="Denis Silva Meira" userId="5dbdbdf7580740ff" providerId="LiveId" clId="{0FA4E63B-62B8-4FB4-8FDC-98F071D47D52}" dt="2025-12-13T09:50:46.472" v="603" actId="1076"/>
          <ac:spMkLst>
            <pc:docMk/>
            <pc:sldMk cId="3730357880" sldId="258"/>
            <ac:spMk id="55" creationId="{105A720B-F707-67FE-A939-4BB62E663157}"/>
          </ac:spMkLst>
        </pc:spChg>
        <pc:spChg chg="add mod">
          <ac:chgData name="Denis Silva Meira" userId="5dbdbdf7580740ff" providerId="LiveId" clId="{0FA4E63B-62B8-4FB4-8FDC-98F071D47D52}" dt="2025-12-13T09:46:48.468" v="370" actId="1076"/>
          <ac:spMkLst>
            <pc:docMk/>
            <pc:sldMk cId="3730357880" sldId="258"/>
            <ac:spMk id="56" creationId="{143543F4-519A-A901-DF98-214AB5654AEB}"/>
          </ac:spMkLst>
        </pc:spChg>
        <pc:spChg chg="add del mod">
          <ac:chgData name="Denis Silva Meira" userId="5dbdbdf7580740ff" providerId="LiveId" clId="{0FA4E63B-62B8-4FB4-8FDC-98F071D47D52}" dt="2025-12-13T09:40:18.898" v="73" actId="478"/>
          <ac:spMkLst>
            <pc:docMk/>
            <pc:sldMk cId="3730357880" sldId="258"/>
            <ac:spMk id="57" creationId="{A5C5D591-3D20-6CE5-C580-1C8DD25A82D7}"/>
          </ac:spMkLst>
        </pc:spChg>
        <pc:spChg chg="add mod">
          <ac:chgData name="Denis Silva Meira" userId="5dbdbdf7580740ff" providerId="LiveId" clId="{0FA4E63B-62B8-4FB4-8FDC-98F071D47D52}" dt="2025-12-13T09:46:48.468" v="370" actId="1076"/>
          <ac:spMkLst>
            <pc:docMk/>
            <pc:sldMk cId="3730357880" sldId="258"/>
            <ac:spMk id="64" creationId="{96B46517-77E7-E0F0-5CCF-15282440B72D}"/>
          </ac:spMkLst>
        </pc:spChg>
        <pc:spChg chg="add mod">
          <ac:chgData name="Denis Silva Meira" userId="5dbdbdf7580740ff" providerId="LiveId" clId="{0FA4E63B-62B8-4FB4-8FDC-98F071D47D52}" dt="2025-12-13T09:47:16.582" v="428" actId="20577"/>
          <ac:spMkLst>
            <pc:docMk/>
            <pc:sldMk cId="3730357880" sldId="258"/>
            <ac:spMk id="95" creationId="{805362AF-4828-1871-1AD4-A977F63441DF}"/>
          </ac:spMkLst>
        </pc:spChg>
        <pc:cxnChg chg="mod">
          <ac:chgData name="Denis Silva Meira" userId="5dbdbdf7580740ff" providerId="LiveId" clId="{0FA4E63B-62B8-4FB4-8FDC-98F071D47D52}" dt="2025-12-13T09:42:52.838" v="126" actId="1076"/>
          <ac:cxnSpMkLst>
            <pc:docMk/>
            <pc:sldMk cId="3730357880" sldId="258"/>
            <ac:cxnSpMk id="19" creationId="{0816CE1E-98BA-F0F1-DBD5-E5524B81988F}"/>
          </ac:cxnSpMkLst>
        </pc:cxnChg>
        <pc:cxnChg chg="del mod">
          <ac:chgData name="Denis Silva Meira" userId="5dbdbdf7580740ff" providerId="LiveId" clId="{0FA4E63B-62B8-4FB4-8FDC-98F071D47D52}" dt="2025-12-13T09:36:38.110" v="13" actId="478"/>
          <ac:cxnSpMkLst>
            <pc:docMk/>
            <pc:sldMk cId="3730357880" sldId="258"/>
            <ac:cxnSpMk id="21" creationId="{1F0261C4-0875-156B-5694-A1581F2C374A}"/>
          </ac:cxnSpMkLst>
        </pc:cxnChg>
        <pc:cxnChg chg="del mod">
          <ac:chgData name="Denis Silva Meira" userId="5dbdbdf7580740ff" providerId="LiveId" clId="{0FA4E63B-62B8-4FB4-8FDC-98F071D47D52}" dt="2025-12-13T09:37:40.099" v="28" actId="478"/>
          <ac:cxnSpMkLst>
            <pc:docMk/>
            <pc:sldMk cId="3730357880" sldId="258"/>
            <ac:cxnSpMk id="23" creationId="{F1EBCF9F-A1E1-6EBF-A289-575A375E0A81}"/>
          </ac:cxnSpMkLst>
        </pc:cxnChg>
        <pc:cxnChg chg="del mod">
          <ac:chgData name="Denis Silva Meira" userId="5dbdbdf7580740ff" providerId="LiveId" clId="{0FA4E63B-62B8-4FB4-8FDC-98F071D47D52}" dt="2025-12-13T09:37:39.449" v="27" actId="478"/>
          <ac:cxnSpMkLst>
            <pc:docMk/>
            <pc:sldMk cId="3730357880" sldId="258"/>
            <ac:cxnSpMk id="25" creationId="{62C9C595-F7C1-AA72-E0C1-0C8E6D4F4DE7}"/>
          </ac:cxnSpMkLst>
        </pc:cxnChg>
        <pc:cxnChg chg="del mod">
          <ac:chgData name="Denis Silva Meira" userId="5dbdbdf7580740ff" providerId="LiveId" clId="{0FA4E63B-62B8-4FB4-8FDC-98F071D47D52}" dt="2025-12-13T09:37:38.810" v="26" actId="478"/>
          <ac:cxnSpMkLst>
            <pc:docMk/>
            <pc:sldMk cId="3730357880" sldId="258"/>
            <ac:cxnSpMk id="27" creationId="{20DFC370-8F9A-0285-4752-45B60AF65DA8}"/>
          </ac:cxnSpMkLst>
        </pc:cxnChg>
        <pc:cxnChg chg="del mod">
          <ac:chgData name="Denis Silva Meira" userId="5dbdbdf7580740ff" providerId="LiveId" clId="{0FA4E63B-62B8-4FB4-8FDC-98F071D47D52}" dt="2025-12-13T09:37:38.252" v="25" actId="478"/>
          <ac:cxnSpMkLst>
            <pc:docMk/>
            <pc:sldMk cId="3730357880" sldId="258"/>
            <ac:cxnSpMk id="29" creationId="{828BCDB1-243A-FA7C-37B4-05CCA7B33A94}"/>
          </ac:cxnSpMkLst>
        </pc:cxnChg>
        <pc:cxnChg chg="del mod">
          <ac:chgData name="Denis Silva Meira" userId="5dbdbdf7580740ff" providerId="LiveId" clId="{0FA4E63B-62B8-4FB4-8FDC-98F071D47D52}" dt="2025-12-13T09:37:37.500" v="23" actId="478"/>
          <ac:cxnSpMkLst>
            <pc:docMk/>
            <pc:sldMk cId="3730357880" sldId="258"/>
            <ac:cxnSpMk id="31" creationId="{64EDB3EA-C7EB-77DA-619C-CCD73B2B1B0B}"/>
          </ac:cxnSpMkLst>
        </pc:cxnChg>
        <pc:cxnChg chg="mod">
          <ac:chgData name="Denis Silva Meira" userId="5dbdbdf7580740ff" providerId="LiveId" clId="{0FA4E63B-62B8-4FB4-8FDC-98F071D47D52}" dt="2025-12-13T09:46:48.468" v="370" actId="1076"/>
          <ac:cxnSpMkLst>
            <pc:docMk/>
            <pc:sldMk cId="3730357880" sldId="258"/>
            <ac:cxnSpMk id="33" creationId="{298BBBC7-2396-30EF-C1D0-CE7B813B3E2A}"/>
          </ac:cxnSpMkLst>
        </pc:cxnChg>
        <pc:cxnChg chg="mod">
          <ac:chgData name="Denis Silva Meira" userId="5dbdbdf7580740ff" providerId="LiveId" clId="{0FA4E63B-62B8-4FB4-8FDC-98F071D47D52}" dt="2025-12-13T09:42:38.965" v="121" actId="14100"/>
          <ac:cxnSpMkLst>
            <pc:docMk/>
            <pc:sldMk cId="3730357880" sldId="258"/>
            <ac:cxnSpMk id="35" creationId="{EC77B619-FD95-078C-FDD8-CBE192157AE2}"/>
          </ac:cxnSpMkLst>
        </pc:cxnChg>
        <pc:cxnChg chg="del mod">
          <ac:chgData name="Denis Silva Meira" userId="5dbdbdf7580740ff" providerId="LiveId" clId="{0FA4E63B-62B8-4FB4-8FDC-98F071D47D52}" dt="2025-12-13T09:36:39.929" v="14" actId="478"/>
          <ac:cxnSpMkLst>
            <pc:docMk/>
            <pc:sldMk cId="3730357880" sldId="258"/>
            <ac:cxnSpMk id="37" creationId="{8949679E-340D-52BB-D95C-FE263EC5CB83}"/>
          </ac:cxnSpMkLst>
        </pc:cxnChg>
        <pc:cxnChg chg="del mod">
          <ac:chgData name="Denis Silva Meira" userId="5dbdbdf7580740ff" providerId="LiveId" clId="{0FA4E63B-62B8-4FB4-8FDC-98F071D47D52}" dt="2025-12-13T09:37:41.249" v="29" actId="478"/>
          <ac:cxnSpMkLst>
            <pc:docMk/>
            <pc:sldMk cId="3730357880" sldId="258"/>
            <ac:cxnSpMk id="39" creationId="{3DDF7639-B6E6-0D7F-9239-FDE4A3644298}"/>
          </ac:cxnSpMkLst>
        </pc:cxnChg>
        <pc:cxnChg chg="del mod">
          <ac:chgData name="Denis Silva Meira" userId="5dbdbdf7580740ff" providerId="LiveId" clId="{0FA4E63B-62B8-4FB4-8FDC-98F071D47D52}" dt="2025-12-13T09:37:42.171" v="30" actId="478"/>
          <ac:cxnSpMkLst>
            <pc:docMk/>
            <pc:sldMk cId="3730357880" sldId="258"/>
            <ac:cxnSpMk id="41" creationId="{D8C39F93-4482-8454-9247-7D0D1B3375F3}"/>
          </ac:cxnSpMkLst>
        </pc:cxnChg>
        <pc:cxnChg chg="del mod">
          <ac:chgData name="Denis Silva Meira" userId="5dbdbdf7580740ff" providerId="LiveId" clId="{0FA4E63B-62B8-4FB4-8FDC-98F071D47D52}" dt="2025-12-13T09:37:42.983" v="31" actId="478"/>
          <ac:cxnSpMkLst>
            <pc:docMk/>
            <pc:sldMk cId="3730357880" sldId="258"/>
            <ac:cxnSpMk id="43" creationId="{E527B373-F278-12C5-E2C6-9CD07D6FA2F2}"/>
          </ac:cxnSpMkLst>
        </pc:cxnChg>
        <pc:cxnChg chg="add mod">
          <ac:chgData name="Denis Silva Meira" userId="5dbdbdf7580740ff" providerId="LiveId" clId="{0FA4E63B-62B8-4FB4-8FDC-98F071D47D52}" dt="2025-12-13T09:50:16.985" v="594" actId="14100"/>
          <ac:cxnSpMkLst>
            <pc:docMk/>
            <pc:sldMk cId="3730357880" sldId="258"/>
            <ac:cxnSpMk id="73" creationId="{E16C0238-CE1E-DC5C-D55F-261F84A8721C}"/>
          </ac:cxnSpMkLst>
        </pc:cxnChg>
        <pc:cxnChg chg="add mod">
          <ac:chgData name="Denis Silva Meira" userId="5dbdbdf7580740ff" providerId="LiveId" clId="{0FA4E63B-62B8-4FB4-8FDC-98F071D47D52}" dt="2025-12-13T09:50:55.641" v="606" actId="14100"/>
          <ac:cxnSpMkLst>
            <pc:docMk/>
            <pc:sldMk cId="3730357880" sldId="258"/>
            <ac:cxnSpMk id="77" creationId="{5EC2CF19-3ADA-0298-65D2-9FD3732040F0}"/>
          </ac:cxnSpMkLst>
        </pc:cxnChg>
        <pc:cxnChg chg="add mod">
          <ac:chgData name="Denis Silva Meira" userId="5dbdbdf7580740ff" providerId="LiveId" clId="{0FA4E63B-62B8-4FB4-8FDC-98F071D47D52}" dt="2025-12-13T09:51:00.054" v="607" actId="14100"/>
          <ac:cxnSpMkLst>
            <pc:docMk/>
            <pc:sldMk cId="3730357880" sldId="258"/>
            <ac:cxnSpMk id="80" creationId="{F0578AFD-88D6-523D-A1D8-4F2F61733503}"/>
          </ac:cxnSpMkLst>
        </pc:cxnChg>
        <pc:cxnChg chg="add mod">
          <ac:chgData name="Denis Silva Meira" userId="5dbdbdf7580740ff" providerId="LiveId" clId="{0FA4E63B-62B8-4FB4-8FDC-98F071D47D52}" dt="2025-12-13T09:42:58.561" v="128" actId="14100"/>
          <ac:cxnSpMkLst>
            <pc:docMk/>
            <pc:sldMk cId="3730357880" sldId="258"/>
            <ac:cxnSpMk id="87" creationId="{6B2E3567-8394-8C67-71F8-E27BEF5B5DCC}"/>
          </ac:cxnSpMkLst>
        </pc:cxnChg>
        <pc:cxnChg chg="add mod">
          <ac:chgData name="Denis Silva Meira" userId="5dbdbdf7580740ff" providerId="LiveId" clId="{0FA4E63B-62B8-4FB4-8FDC-98F071D47D52}" dt="2025-12-13T09:46:48.468" v="370" actId="1076"/>
          <ac:cxnSpMkLst>
            <pc:docMk/>
            <pc:sldMk cId="3730357880" sldId="258"/>
            <ac:cxnSpMk id="92" creationId="{58317EA6-07CF-56FF-0ED2-EC9DC1F8CBFB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9181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39091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4415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62303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7153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14127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96032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38369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72317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59094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050348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84224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230433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62769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207441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092405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7047578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11F5CA-2DB8-8C7C-D701-10879747A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EC39C8-F875-42A7-85B4-E9A037B49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D83B25-D41A-83A5-ADF7-17C82D625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37BF439-1CDE-E61D-9071-CADB56DDC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F6835D-3408-CABE-782D-875AC7D7F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48275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2D9265ED-3E02-4D33-BBF1-61BB7F93301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51373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  <p:sldLayoutId id="2147483693" r:id="rId14"/>
    <p:sldLayoutId id="2147483694" r:id="rId15"/>
    <p:sldLayoutId id="2147483695" r:id="rId16"/>
    <p:sldLayoutId id="2147483696" r:id="rId17"/>
    <p:sldLayoutId id="2147483697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3187FA81-B37F-3F5D-5155-0660C5925B44}"/>
              </a:ext>
            </a:extLst>
          </p:cNvPr>
          <p:cNvSpPr txBox="1"/>
          <p:nvPr/>
        </p:nvSpPr>
        <p:spPr>
          <a:xfrm>
            <a:off x="5689543" y="2027815"/>
            <a:ext cx="121632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CH" sz="2400" dirty="0" err="1"/>
              <a:t>main</a:t>
            </a:r>
            <a:r>
              <a:rPr lang="de-CH" sz="2400" dirty="0"/>
              <a:t>()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CC2D986-4237-AE24-7BDB-491B78BD3581}"/>
              </a:ext>
            </a:extLst>
          </p:cNvPr>
          <p:cNvSpPr txBox="1"/>
          <p:nvPr/>
        </p:nvSpPr>
        <p:spPr>
          <a:xfrm>
            <a:off x="5326620" y="3392978"/>
            <a:ext cx="19421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CH" dirty="0" err="1"/>
              <a:t>read_csv_input</a:t>
            </a:r>
            <a:r>
              <a:rPr lang="de-CH" dirty="0"/>
              <a:t>()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F43B78F-0BA6-E822-5C21-10228E27E364}"/>
              </a:ext>
            </a:extLst>
          </p:cNvPr>
          <p:cNvSpPr txBox="1"/>
          <p:nvPr/>
        </p:nvSpPr>
        <p:spPr>
          <a:xfrm>
            <a:off x="5297209" y="4056391"/>
            <a:ext cx="20009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r>
              <a:rPr lang="de-CH" dirty="0" err="1"/>
              <a:t>val_arbeitszeiten</a:t>
            </a:r>
            <a:r>
              <a:rPr lang="de-CH" dirty="0"/>
              <a:t>()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D0A28A6-D262-4C8F-5881-DAFC3091664E}"/>
              </a:ext>
            </a:extLst>
          </p:cNvPr>
          <p:cNvSpPr txBox="1"/>
          <p:nvPr/>
        </p:nvSpPr>
        <p:spPr>
          <a:xfrm>
            <a:off x="4937284" y="5089025"/>
            <a:ext cx="273354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r>
              <a:rPr lang="de-CH" dirty="0" err="1"/>
              <a:t>math_stundenrechnung</a:t>
            </a:r>
            <a:r>
              <a:rPr lang="de-CH" dirty="0"/>
              <a:t> ()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0816CE1E-98BA-F0F1-DBD5-E5524B81988F}"/>
              </a:ext>
            </a:extLst>
          </p:cNvPr>
          <p:cNvCxnSpPr>
            <a:cxnSpLocks/>
            <a:stCxn id="5" idx="2"/>
            <a:endCxn id="64" idx="0"/>
          </p:cNvCxnSpPr>
          <p:nvPr/>
        </p:nvCxnSpPr>
        <p:spPr>
          <a:xfrm flipH="1">
            <a:off x="6291356" y="2489480"/>
            <a:ext cx="6350" cy="254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298BBBC7-2396-30EF-C1D0-CE7B813B3E2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rot="5400000">
            <a:off x="6150666" y="3909350"/>
            <a:ext cx="294081" cy="12700"/>
          </a:xfrm>
          <a:prstGeom prst="bentConnector3">
            <a:avLst>
              <a:gd name="adj1" fmla="val 427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EC77B619-FD95-078C-FDD8-CBE192157AE2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rot="16200000" flipH="1">
            <a:off x="5969230" y="4754198"/>
            <a:ext cx="663302" cy="6351"/>
          </a:xfrm>
          <a:prstGeom prst="bentConnector3">
            <a:avLst>
              <a:gd name="adj1" fmla="val 23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feld 5">
            <a:extLst>
              <a:ext uri="{FF2B5EF4-FFF2-40B4-BE49-F238E27FC236}">
                <a16:creationId xmlns:a16="http://schemas.microsoft.com/office/drawing/2014/main" id="{8B06F666-FB77-355E-84B8-DCDF71B493D0}"/>
              </a:ext>
            </a:extLst>
          </p:cNvPr>
          <p:cNvSpPr txBox="1"/>
          <p:nvPr/>
        </p:nvSpPr>
        <p:spPr>
          <a:xfrm>
            <a:off x="2331754" y="4686311"/>
            <a:ext cx="19421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CH" dirty="0" err="1"/>
              <a:t>zeit_zu_stunden</a:t>
            </a:r>
            <a:r>
              <a:rPr lang="de-CH" dirty="0"/>
              <a:t>()</a:t>
            </a:r>
          </a:p>
        </p:txBody>
      </p:sp>
      <p:sp>
        <p:nvSpPr>
          <p:cNvPr id="55" name="Textfeld 5">
            <a:extLst>
              <a:ext uri="{FF2B5EF4-FFF2-40B4-BE49-F238E27FC236}">
                <a16:creationId xmlns:a16="http://schemas.microsoft.com/office/drawing/2014/main" id="{105A720B-F707-67FE-A939-4BB62E663157}"/>
              </a:ext>
            </a:extLst>
          </p:cNvPr>
          <p:cNvSpPr txBox="1"/>
          <p:nvPr/>
        </p:nvSpPr>
        <p:spPr>
          <a:xfrm>
            <a:off x="2026956" y="5599551"/>
            <a:ext cx="255176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CH" dirty="0"/>
              <a:t>Vertragsbedingungen()</a:t>
            </a:r>
          </a:p>
        </p:txBody>
      </p:sp>
      <p:sp>
        <p:nvSpPr>
          <p:cNvPr id="56" name="Textfeld 5">
            <a:extLst>
              <a:ext uri="{FF2B5EF4-FFF2-40B4-BE49-F238E27FC236}">
                <a16:creationId xmlns:a16="http://schemas.microsoft.com/office/drawing/2014/main" id="{143543F4-519A-A901-DF98-214AB5654AEB}"/>
              </a:ext>
            </a:extLst>
          </p:cNvPr>
          <p:cNvSpPr txBox="1"/>
          <p:nvPr/>
        </p:nvSpPr>
        <p:spPr>
          <a:xfrm>
            <a:off x="2284689" y="4062741"/>
            <a:ext cx="19421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CH" dirty="0" err="1"/>
              <a:t>ist_gueltige_zeit</a:t>
            </a:r>
            <a:r>
              <a:rPr lang="de-CH" dirty="0"/>
              <a:t>()</a:t>
            </a:r>
          </a:p>
        </p:txBody>
      </p:sp>
      <p:sp>
        <p:nvSpPr>
          <p:cNvPr id="64" name="Textfeld 5">
            <a:extLst>
              <a:ext uri="{FF2B5EF4-FFF2-40B4-BE49-F238E27FC236}">
                <a16:creationId xmlns:a16="http://schemas.microsoft.com/office/drawing/2014/main" id="{96B46517-77E7-E0F0-5CCF-15282440B72D}"/>
              </a:ext>
            </a:extLst>
          </p:cNvPr>
          <p:cNvSpPr txBox="1"/>
          <p:nvPr/>
        </p:nvSpPr>
        <p:spPr>
          <a:xfrm>
            <a:off x="5320270" y="2744150"/>
            <a:ext cx="19421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CH" dirty="0" err="1"/>
              <a:t>User_input</a:t>
            </a:r>
            <a:r>
              <a:rPr lang="de-CH" dirty="0"/>
              <a:t>()</a:t>
            </a:r>
          </a:p>
        </p:txBody>
      </p:sp>
      <p:cxnSp>
        <p:nvCxnSpPr>
          <p:cNvPr id="73" name="Verbinder: gewinkelt 34">
            <a:extLst>
              <a:ext uri="{FF2B5EF4-FFF2-40B4-BE49-F238E27FC236}">
                <a16:creationId xmlns:a16="http://schemas.microsoft.com/office/drawing/2014/main" id="{E16C0238-CE1E-DC5C-D55F-261F84A8721C}"/>
              </a:ext>
            </a:extLst>
          </p:cNvPr>
          <p:cNvCxnSpPr>
            <a:cxnSpLocks/>
            <a:stCxn id="56" idx="3"/>
            <a:endCxn id="8" idx="1"/>
          </p:cNvCxnSpPr>
          <p:nvPr/>
        </p:nvCxnSpPr>
        <p:spPr>
          <a:xfrm flipV="1">
            <a:off x="4226861" y="4241057"/>
            <a:ext cx="1070348" cy="635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Verbinder: gewinkelt 34">
            <a:extLst>
              <a:ext uri="{FF2B5EF4-FFF2-40B4-BE49-F238E27FC236}">
                <a16:creationId xmlns:a16="http://schemas.microsoft.com/office/drawing/2014/main" id="{5EC2CF19-3ADA-0298-65D2-9FD3732040F0}"/>
              </a:ext>
            </a:extLst>
          </p:cNvPr>
          <p:cNvCxnSpPr>
            <a:cxnSpLocks/>
            <a:stCxn id="54" idx="2"/>
          </p:cNvCxnSpPr>
          <p:nvPr/>
        </p:nvCxnSpPr>
        <p:spPr>
          <a:xfrm rot="16200000" flipH="1">
            <a:off x="4075478" y="4283005"/>
            <a:ext cx="89169" cy="163444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Verbinder: gewinkelt 34">
            <a:extLst>
              <a:ext uri="{FF2B5EF4-FFF2-40B4-BE49-F238E27FC236}">
                <a16:creationId xmlns:a16="http://schemas.microsoft.com/office/drawing/2014/main" id="{F0578AFD-88D6-523D-A1D8-4F2F61733503}"/>
              </a:ext>
            </a:extLst>
          </p:cNvPr>
          <p:cNvCxnSpPr>
            <a:cxnSpLocks/>
          </p:cNvCxnSpPr>
          <p:nvPr/>
        </p:nvCxnSpPr>
        <p:spPr>
          <a:xfrm flipV="1">
            <a:off x="3302840" y="5414885"/>
            <a:ext cx="1634444" cy="169187"/>
          </a:xfrm>
          <a:prstGeom prst="bentConnector3">
            <a:avLst>
              <a:gd name="adj1" fmla="val 63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Verbinder: gewinkelt 32">
            <a:extLst>
              <a:ext uri="{FF2B5EF4-FFF2-40B4-BE49-F238E27FC236}">
                <a16:creationId xmlns:a16="http://schemas.microsoft.com/office/drawing/2014/main" id="{6B2E3567-8394-8C67-71F8-E27BEF5B5DCC}"/>
              </a:ext>
            </a:extLst>
          </p:cNvPr>
          <p:cNvCxnSpPr>
            <a:cxnSpLocks/>
            <a:stCxn id="64" idx="2"/>
            <a:endCxn id="6" idx="0"/>
          </p:cNvCxnSpPr>
          <p:nvPr/>
        </p:nvCxnSpPr>
        <p:spPr>
          <a:xfrm rot="16200000" flipH="1">
            <a:off x="6154783" y="3250055"/>
            <a:ext cx="279496" cy="6350"/>
          </a:xfrm>
          <a:prstGeom prst="bentConnector3">
            <a:avLst>
              <a:gd name="adj1" fmla="val -51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Verbinder: gewinkelt 34">
            <a:extLst>
              <a:ext uri="{FF2B5EF4-FFF2-40B4-BE49-F238E27FC236}">
                <a16:creationId xmlns:a16="http://schemas.microsoft.com/office/drawing/2014/main" id="{58317EA6-07CF-56FF-0ED2-EC9DC1F8CBFB}"/>
              </a:ext>
            </a:extLst>
          </p:cNvPr>
          <p:cNvCxnSpPr>
            <a:cxnSpLocks/>
            <a:endCxn id="5" idx="3"/>
          </p:cNvCxnSpPr>
          <p:nvPr/>
        </p:nvCxnSpPr>
        <p:spPr>
          <a:xfrm rot="16200000" flipV="1">
            <a:off x="5784412" y="3380106"/>
            <a:ext cx="2998349" cy="75543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feld 4">
            <a:extLst>
              <a:ext uri="{FF2B5EF4-FFF2-40B4-BE49-F238E27FC236}">
                <a16:creationId xmlns:a16="http://schemas.microsoft.com/office/drawing/2014/main" id="{805362AF-4828-1871-1AD4-A977F63441DF}"/>
              </a:ext>
            </a:extLst>
          </p:cNvPr>
          <p:cNvSpPr txBox="1"/>
          <p:nvPr/>
        </p:nvSpPr>
        <p:spPr>
          <a:xfrm>
            <a:off x="3408829" y="264010"/>
            <a:ext cx="6037730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CH" sz="2400" dirty="0"/>
              <a:t>Funktionshierarchiebaum: </a:t>
            </a:r>
            <a:r>
              <a:rPr lang="de-CH" sz="2400" dirty="0" err="1"/>
              <a:t>Zeitstemplungsrechner</a:t>
            </a:r>
            <a:endParaRPr lang="de-CH" sz="2400" dirty="0"/>
          </a:p>
        </p:txBody>
      </p:sp>
    </p:spTree>
    <p:extLst>
      <p:ext uri="{BB962C8B-B14F-4D97-AF65-F5344CB8AC3E}">
        <p14:creationId xmlns:p14="http://schemas.microsoft.com/office/powerpoint/2010/main" val="3730357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66BBB5F-A274-BF08-7DA4-755C20EFF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48574"/>
            <a:ext cx="10515600" cy="5728389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CH" sz="1800" b="1" dirty="0"/>
              <a:t>Allg. Information: </a:t>
            </a:r>
          </a:p>
          <a:p>
            <a:r>
              <a:rPr lang="de-CH" sz="1800" dirty="0"/>
              <a:t>Es sollte immer eine Pause gemacht werden. (Schichtbetrieb)</a:t>
            </a:r>
          </a:p>
          <a:p>
            <a:r>
              <a:rPr lang="de-CH" sz="1800" dirty="0"/>
              <a:t>Maximal Arbeitszeit ist vorgegeben durch Pensum</a:t>
            </a:r>
          </a:p>
          <a:p>
            <a:r>
              <a:rPr lang="de-CH" sz="1800" dirty="0"/>
              <a:t>Immer 5 Einträge sind bedingt (00:00 Einträge bei Nichtarbeit)</a:t>
            </a:r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r>
              <a:rPr lang="de-CH" sz="1800" b="1" dirty="0"/>
              <a:t>Beispiel Input CSV:</a:t>
            </a:r>
          </a:p>
          <a:p>
            <a:r>
              <a:rPr lang="de-CH" sz="1800" b="1" dirty="0" err="1"/>
              <a:t>str,str,str,float,float,float,float,float,float</a:t>
            </a:r>
            <a:endParaRPr lang="de-CH" sz="1800" b="1" dirty="0"/>
          </a:p>
          <a:p>
            <a:r>
              <a:rPr lang="de-CH" sz="1800" dirty="0"/>
              <a:t>Name,Vorname,Pensum,Tag,Eintrittsstempelung,Pauseneinttirtsstempelung,Pausenaustrittstempelung,Ausstrittsstempelung</a:t>
            </a:r>
          </a:p>
          <a:p>
            <a:pPr marL="0" indent="0">
              <a:buNone/>
            </a:pPr>
            <a:endParaRPr lang="de-CH" sz="1800" dirty="0"/>
          </a:p>
          <a:p>
            <a:r>
              <a:rPr lang="de-CH" sz="1800" dirty="0"/>
              <a:t>Datenstruktur Beispiel:</a:t>
            </a:r>
          </a:p>
          <a:p>
            <a:pPr lvl="1"/>
            <a:r>
              <a:rPr lang="de-CH" sz="1800" dirty="0"/>
              <a:t>Mustermann,Max,Montag,100,08.00,12.00,13.00,17.00, </a:t>
            </a:r>
            <a:r>
              <a:rPr lang="de-CH" dirty="0"/>
              <a:t>Dienstag,100,08.00,12.00,13.00,17.00</a:t>
            </a:r>
            <a:endParaRPr lang="de-CH" sz="1800" dirty="0"/>
          </a:p>
          <a:p>
            <a:pPr lvl="1"/>
            <a:r>
              <a:rPr lang="de-CH" sz="1800" dirty="0"/>
              <a:t>Musterfrau,Maxine,Dienstag,80,08.00,12.00,13.00,17.00</a:t>
            </a:r>
            <a:r>
              <a:rPr lang="de-CH" dirty="0"/>
              <a:t>, Freitag,100,08.00,12.00,13.00,17.00</a:t>
            </a:r>
          </a:p>
          <a:p>
            <a:pPr lvl="1"/>
            <a:endParaRPr lang="de-CH" sz="1800" dirty="0"/>
          </a:p>
          <a:p>
            <a:pPr lvl="1"/>
            <a:endParaRPr lang="de-CH" sz="1800" dirty="0"/>
          </a:p>
          <a:p>
            <a:r>
              <a:rPr lang="de-CH" sz="1800" dirty="0"/>
              <a:t>Beispiel Output Konsolenausgabe:</a:t>
            </a:r>
          </a:p>
          <a:p>
            <a:pPr lvl="1"/>
            <a:r>
              <a:rPr lang="de-CH" sz="1800" dirty="0"/>
              <a:t>Nachname, Vorname, Pensum</a:t>
            </a:r>
          </a:p>
          <a:p>
            <a:pPr lvl="1"/>
            <a:r>
              <a:rPr lang="de-CH" sz="1800" dirty="0"/>
              <a:t>Effektivstunden</a:t>
            </a:r>
          </a:p>
          <a:p>
            <a:pPr lvl="1"/>
            <a:r>
              <a:rPr lang="de-CH" sz="1800" dirty="0"/>
              <a:t>Überstunden</a:t>
            </a:r>
          </a:p>
          <a:p>
            <a:pPr lvl="1"/>
            <a:r>
              <a:rPr lang="de-CH" sz="1800" dirty="0"/>
              <a:t>Minusstunden</a:t>
            </a:r>
          </a:p>
          <a:p>
            <a:pPr lvl="1"/>
            <a:r>
              <a:rPr lang="de-CH" sz="1800" dirty="0"/>
              <a:t>Vertragsbedingungen eingehalten?</a:t>
            </a:r>
          </a:p>
          <a:p>
            <a:pPr lvl="1"/>
            <a:r>
              <a:rPr lang="de-CH" sz="1800" dirty="0"/>
              <a:t>Vertragsbedingungsverletzung?</a:t>
            </a:r>
          </a:p>
          <a:p>
            <a:endParaRPr lang="de-CH" sz="1800" dirty="0"/>
          </a:p>
          <a:p>
            <a:endParaRPr lang="de-CH" sz="1800" dirty="0"/>
          </a:p>
          <a:p>
            <a:endParaRPr lang="de-CH" sz="1800" dirty="0"/>
          </a:p>
          <a:p>
            <a:endParaRPr lang="de-CH" sz="1800" dirty="0"/>
          </a:p>
        </p:txBody>
      </p:sp>
    </p:spTree>
    <p:extLst>
      <p:ext uri="{BB962C8B-B14F-4D97-AF65-F5344CB8AC3E}">
        <p14:creationId xmlns:p14="http://schemas.microsoft.com/office/powerpoint/2010/main" val="849298903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0</TotalTime>
  <Words>147</Words>
  <Application>Microsoft Office PowerPoint</Application>
  <PresentationFormat>Widescreen</PresentationFormat>
  <Paragraphs>32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Tw Cen MT</vt:lpstr>
      <vt:lpstr>Droplet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Mehmedali Abdiu (s)</dc:creator>
  <cp:lastModifiedBy>Denis Silva Meira</cp:lastModifiedBy>
  <cp:revision>1</cp:revision>
  <dcterms:created xsi:type="dcterms:W3CDTF">2025-10-18T09:01:47Z</dcterms:created>
  <dcterms:modified xsi:type="dcterms:W3CDTF">2025-12-13T09:51:02Z</dcterms:modified>
</cp:coreProperties>
</file>