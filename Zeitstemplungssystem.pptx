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D765FA-6B06-489F-97C3-896C1CE8C462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EEDAFAB-BE99-409B-8D3E-CA2422E95539}">
      <dgm:prSet/>
      <dgm:spPr/>
      <dgm:t>
        <a:bodyPr/>
        <a:lstStyle/>
        <a:p>
          <a:r>
            <a:rPr lang="de-CH"/>
            <a:t>Themawahl</a:t>
          </a:r>
          <a:endParaRPr lang="en-US"/>
        </a:p>
      </dgm:t>
    </dgm:pt>
    <dgm:pt modelId="{FFC9AA9C-A23E-47E6-BF94-B2BC3A4DC2BF}" type="parTrans" cxnId="{A85D8BA9-DBB4-466E-9956-ECCD6E42B847}">
      <dgm:prSet/>
      <dgm:spPr/>
      <dgm:t>
        <a:bodyPr/>
        <a:lstStyle/>
        <a:p>
          <a:endParaRPr lang="en-US"/>
        </a:p>
      </dgm:t>
    </dgm:pt>
    <dgm:pt modelId="{7E4293F0-03F3-4607-9E1A-80519F486F0E}" type="sibTrans" cxnId="{A85D8BA9-DBB4-466E-9956-ECCD6E42B847}">
      <dgm:prSet/>
      <dgm:spPr/>
      <dgm:t>
        <a:bodyPr/>
        <a:lstStyle/>
        <a:p>
          <a:endParaRPr lang="en-US"/>
        </a:p>
      </dgm:t>
    </dgm:pt>
    <dgm:pt modelId="{652733F6-F553-4651-B8B7-85BE25926639}">
      <dgm:prSet/>
      <dgm:spPr/>
      <dgm:t>
        <a:bodyPr/>
        <a:lstStyle/>
        <a:p>
          <a:r>
            <a:rPr lang="de-CH"/>
            <a:t>Projektziele</a:t>
          </a:r>
          <a:endParaRPr lang="en-US"/>
        </a:p>
      </dgm:t>
    </dgm:pt>
    <dgm:pt modelId="{05D74C5F-3811-418D-86B2-4FED4440EC07}" type="parTrans" cxnId="{19B5B7C8-B70D-4A43-A38F-8AB9284CB227}">
      <dgm:prSet/>
      <dgm:spPr/>
      <dgm:t>
        <a:bodyPr/>
        <a:lstStyle/>
        <a:p>
          <a:endParaRPr lang="en-US"/>
        </a:p>
      </dgm:t>
    </dgm:pt>
    <dgm:pt modelId="{78A42631-FE92-45F0-8FA2-3E82EF6DBE8D}" type="sibTrans" cxnId="{19B5B7C8-B70D-4A43-A38F-8AB9284CB227}">
      <dgm:prSet/>
      <dgm:spPr/>
      <dgm:t>
        <a:bodyPr/>
        <a:lstStyle/>
        <a:p>
          <a:endParaRPr lang="en-US"/>
        </a:p>
      </dgm:t>
    </dgm:pt>
    <dgm:pt modelId="{FE986F11-28F9-47C2-948F-27AB9411BD89}">
      <dgm:prSet/>
      <dgm:spPr/>
      <dgm:t>
        <a:bodyPr/>
        <a:lstStyle/>
        <a:p>
          <a:r>
            <a:rPr lang="de-CH"/>
            <a:t>User Stories</a:t>
          </a:r>
          <a:endParaRPr lang="en-US"/>
        </a:p>
      </dgm:t>
    </dgm:pt>
    <dgm:pt modelId="{8BDF0417-95AB-4C18-AD04-25F629BD7E59}" type="parTrans" cxnId="{70562D9C-595B-40A2-A588-55E1D11E142C}">
      <dgm:prSet/>
      <dgm:spPr/>
      <dgm:t>
        <a:bodyPr/>
        <a:lstStyle/>
        <a:p>
          <a:endParaRPr lang="en-US"/>
        </a:p>
      </dgm:t>
    </dgm:pt>
    <dgm:pt modelId="{7F3F336E-C9B4-4668-9AE6-5A7412035F9A}" type="sibTrans" cxnId="{70562D9C-595B-40A2-A588-55E1D11E142C}">
      <dgm:prSet/>
      <dgm:spPr/>
      <dgm:t>
        <a:bodyPr/>
        <a:lstStyle/>
        <a:p>
          <a:endParaRPr lang="en-US"/>
        </a:p>
      </dgm:t>
    </dgm:pt>
    <dgm:pt modelId="{D143F386-90D7-4320-BD0B-E86B658C40F5}">
      <dgm:prSet/>
      <dgm:spPr/>
      <dgm:t>
        <a:bodyPr/>
        <a:lstStyle/>
        <a:p>
          <a:r>
            <a:rPr lang="de-CH"/>
            <a:t>Projektmanagement</a:t>
          </a:r>
          <a:endParaRPr lang="en-US"/>
        </a:p>
      </dgm:t>
    </dgm:pt>
    <dgm:pt modelId="{74A6EA17-0035-469E-AF57-A9966B27FB67}" type="parTrans" cxnId="{3B10EE41-F1B7-45DC-BE39-A369DE3D3A28}">
      <dgm:prSet/>
      <dgm:spPr/>
      <dgm:t>
        <a:bodyPr/>
        <a:lstStyle/>
        <a:p>
          <a:endParaRPr lang="en-US"/>
        </a:p>
      </dgm:t>
    </dgm:pt>
    <dgm:pt modelId="{2F810670-0223-436B-8748-425DB9CF47E7}" type="sibTrans" cxnId="{3B10EE41-F1B7-45DC-BE39-A369DE3D3A28}">
      <dgm:prSet/>
      <dgm:spPr/>
      <dgm:t>
        <a:bodyPr/>
        <a:lstStyle/>
        <a:p>
          <a:endParaRPr lang="en-US"/>
        </a:p>
      </dgm:t>
    </dgm:pt>
    <dgm:pt modelId="{7282C2DC-89F7-4F42-A2A3-E66D176B421D}">
      <dgm:prSet/>
      <dgm:spPr/>
      <dgm:t>
        <a:bodyPr/>
        <a:lstStyle/>
        <a:p>
          <a:r>
            <a:rPr lang="de-CH"/>
            <a:t>Live Demo</a:t>
          </a:r>
          <a:endParaRPr lang="en-US"/>
        </a:p>
      </dgm:t>
    </dgm:pt>
    <dgm:pt modelId="{2DA12C36-3E8C-4351-A915-CE22C905BEC7}" type="parTrans" cxnId="{DE550D56-FDB9-47F7-BF2A-12B6999EA2D3}">
      <dgm:prSet/>
      <dgm:spPr/>
      <dgm:t>
        <a:bodyPr/>
        <a:lstStyle/>
        <a:p>
          <a:endParaRPr lang="en-US"/>
        </a:p>
      </dgm:t>
    </dgm:pt>
    <dgm:pt modelId="{133F8C6D-ED35-49FD-836B-8BDBB94EFDC4}" type="sibTrans" cxnId="{DE550D56-FDB9-47F7-BF2A-12B6999EA2D3}">
      <dgm:prSet/>
      <dgm:spPr/>
      <dgm:t>
        <a:bodyPr/>
        <a:lstStyle/>
        <a:p>
          <a:endParaRPr lang="en-US"/>
        </a:p>
      </dgm:t>
    </dgm:pt>
    <dgm:pt modelId="{0F6B8B42-140F-4487-BAB2-42BBDF12E6DA}">
      <dgm:prSet/>
      <dgm:spPr/>
      <dgm:t>
        <a:bodyPr/>
        <a:lstStyle/>
        <a:p>
          <a:r>
            <a:rPr lang="de-CH"/>
            <a:t>Q &amp; A</a:t>
          </a:r>
          <a:endParaRPr lang="en-US"/>
        </a:p>
      </dgm:t>
    </dgm:pt>
    <dgm:pt modelId="{186E8BD8-DE49-4D86-A510-319DD1D89111}" type="parTrans" cxnId="{011D8D46-729A-48B0-B10B-287AB630CE22}">
      <dgm:prSet/>
      <dgm:spPr/>
      <dgm:t>
        <a:bodyPr/>
        <a:lstStyle/>
        <a:p>
          <a:endParaRPr lang="en-US"/>
        </a:p>
      </dgm:t>
    </dgm:pt>
    <dgm:pt modelId="{49D554B0-6984-42D3-8669-0292A49C43C7}" type="sibTrans" cxnId="{011D8D46-729A-48B0-B10B-287AB630CE22}">
      <dgm:prSet/>
      <dgm:spPr/>
      <dgm:t>
        <a:bodyPr/>
        <a:lstStyle/>
        <a:p>
          <a:endParaRPr lang="en-US"/>
        </a:p>
      </dgm:t>
    </dgm:pt>
    <dgm:pt modelId="{36DE04D0-A73F-480A-92FE-565920BD991B}" type="pres">
      <dgm:prSet presAssocID="{7BD765FA-6B06-489F-97C3-896C1CE8C462}" presName="linearFlow" presStyleCnt="0">
        <dgm:presLayoutVars>
          <dgm:resizeHandles val="exact"/>
        </dgm:presLayoutVars>
      </dgm:prSet>
      <dgm:spPr/>
    </dgm:pt>
    <dgm:pt modelId="{E27EA33F-3FAE-4BFE-9E4C-777612F1C962}" type="pres">
      <dgm:prSet presAssocID="{7EEDAFAB-BE99-409B-8D3E-CA2422E95539}" presName="node" presStyleLbl="node1" presStyleIdx="0" presStyleCnt="6">
        <dgm:presLayoutVars>
          <dgm:bulletEnabled val="1"/>
        </dgm:presLayoutVars>
      </dgm:prSet>
      <dgm:spPr/>
    </dgm:pt>
    <dgm:pt modelId="{88A07478-8CCA-4187-8A23-9594A5A9B452}" type="pres">
      <dgm:prSet presAssocID="{7E4293F0-03F3-4607-9E1A-80519F486F0E}" presName="sibTrans" presStyleLbl="sibTrans2D1" presStyleIdx="0" presStyleCnt="5"/>
      <dgm:spPr/>
    </dgm:pt>
    <dgm:pt modelId="{5C6E5D90-680A-4ED5-A648-CECB4F437597}" type="pres">
      <dgm:prSet presAssocID="{7E4293F0-03F3-4607-9E1A-80519F486F0E}" presName="connectorText" presStyleLbl="sibTrans2D1" presStyleIdx="0" presStyleCnt="5"/>
      <dgm:spPr/>
    </dgm:pt>
    <dgm:pt modelId="{4931F227-F371-4B98-BCBC-17FE035E0FED}" type="pres">
      <dgm:prSet presAssocID="{652733F6-F553-4651-B8B7-85BE25926639}" presName="node" presStyleLbl="node1" presStyleIdx="1" presStyleCnt="6">
        <dgm:presLayoutVars>
          <dgm:bulletEnabled val="1"/>
        </dgm:presLayoutVars>
      </dgm:prSet>
      <dgm:spPr/>
    </dgm:pt>
    <dgm:pt modelId="{E6334863-407E-424C-A972-27DE2479C651}" type="pres">
      <dgm:prSet presAssocID="{78A42631-FE92-45F0-8FA2-3E82EF6DBE8D}" presName="sibTrans" presStyleLbl="sibTrans2D1" presStyleIdx="1" presStyleCnt="5"/>
      <dgm:spPr/>
    </dgm:pt>
    <dgm:pt modelId="{3DCC63AC-CBD2-4D57-928F-9F2040958666}" type="pres">
      <dgm:prSet presAssocID="{78A42631-FE92-45F0-8FA2-3E82EF6DBE8D}" presName="connectorText" presStyleLbl="sibTrans2D1" presStyleIdx="1" presStyleCnt="5"/>
      <dgm:spPr/>
    </dgm:pt>
    <dgm:pt modelId="{DF91D9D2-1B35-44A7-A9E8-B83B2260E7EA}" type="pres">
      <dgm:prSet presAssocID="{FE986F11-28F9-47C2-948F-27AB9411BD89}" presName="node" presStyleLbl="node1" presStyleIdx="2" presStyleCnt="6">
        <dgm:presLayoutVars>
          <dgm:bulletEnabled val="1"/>
        </dgm:presLayoutVars>
      </dgm:prSet>
      <dgm:spPr/>
    </dgm:pt>
    <dgm:pt modelId="{DAFA2C8D-064F-4F66-B800-5C5F805F7E6B}" type="pres">
      <dgm:prSet presAssocID="{7F3F336E-C9B4-4668-9AE6-5A7412035F9A}" presName="sibTrans" presStyleLbl="sibTrans2D1" presStyleIdx="2" presStyleCnt="5"/>
      <dgm:spPr/>
    </dgm:pt>
    <dgm:pt modelId="{18133595-742F-4B13-851B-B81AC486E122}" type="pres">
      <dgm:prSet presAssocID="{7F3F336E-C9B4-4668-9AE6-5A7412035F9A}" presName="connectorText" presStyleLbl="sibTrans2D1" presStyleIdx="2" presStyleCnt="5"/>
      <dgm:spPr/>
    </dgm:pt>
    <dgm:pt modelId="{E68C045A-ED0C-4621-9711-E0CA4072FBAC}" type="pres">
      <dgm:prSet presAssocID="{D143F386-90D7-4320-BD0B-E86B658C40F5}" presName="node" presStyleLbl="node1" presStyleIdx="3" presStyleCnt="6">
        <dgm:presLayoutVars>
          <dgm:bulletEnabled val="1"/>
        </dgm:presLayoutVars>
      </dgm:prSet>
      <dgm:spPr/>
    </dgm:pt>
    <dgm:pt modelId="{DBA29B26-DA37-4B03-AFAC-1BD570C36D18}" type="pres">
      <dgm:prSet presAssocID="{2F810670-0223-436B-8748-425DB9CF47E7}" presName="sibTrans" presStyleLbl="sibTrans2D1" presStyleIdx="3" presStyleCnt="5"/>
      <dgm:spPr/>
    </dgm:pt>
    <dgm:pt modelId="{1197B3BD-869C-41BD-B469-6C304E2B26CF}" type="pres">
      <dgm:prSet presAssocID="{2F810670-0223-436B-8748-425DB9CF47E7}" presName="connectorText" presStyleLbl="sibTrans2D1" presStyleIdx="3" presStyleCnt="5"/>
      <dgm:spPr/>
    </dgm:pt>
    <dgm:pt modelId="{ED85992D-42DE-4D2A-BF2B-9C0F1B22A031}" type="pres">
      <dgm:prSet presAssocID="{7282C2DC-89F7-4F42-A2A3-E66D176B421D}" presName="node" presStyleLbl="node1" presStyleIdx="4" presStyleCnt="6">
        <dgm:presLayoutVars>
          <dgm:bulletEnabled val="1"/>
        </dgm:presLayoutVars>
      </dgm:prSet>
      <dgm:spPr/>
    </dgm:pt>
    <dgm:pt modelId="{300EDB13-936B-45D2-BA18-8786F9618F74}" type="pres">
      <dgm:prSet presAssocID="{133F8C6D-ED35-49FD-836B-8BDBB94EFDC4}" presName="sibTrans" presStyleLbl="sibTrans2D1" presStyleIdx="4" presStyleCnt="5"/>
      <dgm:spPr/>
    </dgm:pt>
    <dgm:pt modelId="{22166E4E-1F90-4D39-B719-92B772A2BA57}" type="pres">
      <dgm:prSet presAssocID="{133F8C6D-ED35-49FD-836B-8BDBB94EFDC4}" presName="connectorText" presStyleLbl="sibTrans2D1" presStyleIdx="4" presStyleCnt="5"/>
      <dgm:spPr/>
    </dgm:pt>
    <dgm:pt modelId="{B196D2AE-3217-40E0-A884-77F1276C67D1}" type="pres">
      <dgm:prSet presAssocID="{0F6B8B42-140F-4487-BAB2-42BBDF12E6DA}" presName="node" presStyleLbl="node1" presStyleIdx="5" presStyleCnt="6">
        <dgm:presLayoutVars>
          <dgm:bulletEnabled val="1"/>
        </dgm:presLayoutVars>
      </dgm:prSet>
      <dgm:spPr/>
    </dgm:pt>
  </dgm:ptLst>
  <dgm:cxnLst>
    <dgm:cxn modelId="{09718A0C-836A-4BC0-9C71-5BDE9DF02157}" type="presOf" srcId="{2F810670-0223-436B-8748-425DB9CF47E7}" destId="{1197B3BD-869C-41BD-B469-6C304E2B26CF}" srcOrd="1" destOrd="0" presId="urn:microsoft.com/office/officeart/2005/8/layout/process2"/>
    <dgm:cxn modelId="{0E01F82F-4A84-4E23-BFF0-4601D7D0C181}" type="presOf" srcId="{133F8C6D-ED35-49FD-836B-8BDBB94EFDC4}" destId="{300EDB13-936B-45D2-BA18-8786F9618F74}" srcOrd="0" destOrd="0" presId="urn:microsoft.com/office/officeart/2005/8/layout/process2"/>
    <dgm:cxn modelId="{D6E87630-FA42-4F7A-93EC-DEBBD8E6A846}" type="presOf" srcId="{7F3F336E-C9B4-4668-9AE6-5A7412035F9A}" destId="{18133595-742F-4B13-851B-B81AC486E122}" srcOrd="1" destOrd="0" presId="urn:microsoft.com/office/officeart/2005/8/layout/process2"/>
    <dgm:cxn modelId="{883E063C-495F-4046-BF81-1918C132296A}" type="presOf" srcId="{133F8C6D-ED35-49FD-836B-8BDBB94EFDC4}" destId="{22166E4E-1F90-4D39-B719-92B772A2BA57}" srcOrd="1" destOrd="0" presId="urn:microsoft.com/office/officeart/2005/8/layout/process2"/>
    <dgm:cxn modelId="{D1A8B43D-C2D3-4233-8498-2F631DB641F9}" type="presOf" srcId="{78A42631-FE92-45F0-8FA2-3E82EF6DBE8D}" destId="{E6334863-407E-424C-A972-27DE2479C651}" srcOrd="0" destOrd="0" presId="urn:microsoft.com/office/officeart/2005/8/layout/process2"/>
    <dgm:cxn modelId="{6AF1D441-5E6E-4AFC-9ACE-2591A2D3653F}" type="presOf" srcId="{7F3F336E-C9B4-4668-9AE6-5A7412035F9A}" destId="{DAFA2C8D-064F-4F66-B800-5C5F805F7E6B}" srcOrd="0" destOrd="0" presId="urn:microsoft.com/office/officeart/2005/8/layout/process2"/>
    <dgm:cxn modelId="{3B10EE41-F1B7-45DC-BE39-A369DE3D3A28}" srcId="{7BD765FA-6B06-489F-97C3-896C1CE8C462}" destId="{D143F386-90D7-4320-BD0B-E86B658C40F5}" srcOrd="3" destOrd="0" parTransId="{74A6EA17-0035-469E-AF57-A9966B27FB67}" sibTransId="{2F810670-0223-436B-8748-425DB9CF47E7}"/>
    <dgm:cxn modelId="{7F64ED65-F096-4A1C-A1E8-FF5E0A8507CF}" type="presOf" srcId="{7E4293F0-03F3-4607-9E1A-80519F486F0E}" destId="{5C6E5D90-680A-4ED5-A648-CECB4F437597}" srcOrd="1" destOrd="0" presId="urn:microsoft.com/office/officeart/2005/8/layout/process2"/>
    <dgm:cxn modelId="{011D8D46-729A-48B0-B10B-287AB630CE22}" srcId="{7BD765FA-6B06-489F-97C3-896C1CE8C462}" destId="{0F6B8B42-140F-4487-BAB2-42BBDF12E6DA}" srcOrd="5" destOrd="0" parTransId="{186E8BD8-DE49-4D86-A510-319DD1D89111}" sibTransId="{49D554B0-6984-42D3-8669-0292A49C43C7}"/>
    <dgm:cxn modelId="{DE550D56-FDB9-47F7-BF2A-12B6999EA2D3}" srcId="{7BD765FA-6B06-489F-97C3-896C1CE8C462}" destId="{7282C2DC-89F7-4F42-A2A3-E66D176B421D}" srcOrd="4" destOrd="0" parTransId="{2DA12C36-3E8C-4351-A915-CE22C905BEC7}" sibTransId="{133F8C6D-ED35-49FD-836B-8BDBB94EFDC4}"/>
    <dgm:cxn modelId="{D932C482-9CA0-47BC-9D4E-927A1D808100}" type="presOf" srcId="{D143F386-90D7-4320-BD0B-E86B658C40F5}" destId="{E68C045A-ED0C-4621-9711-E0CA4072FBAC}" srcOrd="0" destOrd="0" presId="urn:microsoft.com/office/officeart/2005/8/layout/process2"/>
    <dgm:cxn modelId="{676B7D98-DDA0-4749-BCE3-8C5C1F83264A}" type="presOf" srcId="{7BD765FA-6B06-489F-97C3-896C1CE8C462}" destId="{36DE04D0-A73F-480A-92FE-565920BD991B}" srcOrd="0" destOrd="0" presId="urn:microsoft.com/office/officeart/2005/8/layout/process2"/>
    <dgm:cxn modelId="{70562D9C-595B-40A2-A588-55E1D11E142C}" srcId="{7BD765FA-6B06-489F-97C3-896C1CE8C462}" destId="{FE986F11-28F9-47C2-948F-27AB9411BD89}" srcOrd="2" destOrd="0" parTransId="{8BDF0417-95AB-4C18-AD04-25F629BD7E59}" sibTransId="{7F3F336E-C9B4-4668-9AE6-5A7412035F9A}"/>
    <dgm:cxn modelId="{79F488A7-7FD6-4502-BFBC-C83FB3B34B22}" type="presOf" srcId="{7282C2DC-89F7-4F42-A2A3-E66D176B421D}" destId="{ED85992D-42DE-4D2A-BF2B-9C0F1B22A031}" srcOrd="0" destOrd="0" presId="urn:microsoft.com/office/officeart/2005/8/layout/process2"/>
    <dgm:cxn modelId="{A85D8BA9-DBB4-466E-9956-ECCD6E42B847}" srcId="{7BD765FA-6B06-489F-97C3-896C1CE8C462}" destId="{7EEDAFAB-BE99-409B-8D3E-CA2422E95539}" srcOrd="0" destOrd="0" parTransId="{FFC9AA9C-A23E-47E6-BF94-B2BC3A4DC2BF}" sibTransId="{7E4293F0-03F3-4607-9E1A-80519F486F0E}"/>
    <dgm:cxn modelId="{D2DD00AE-E76D-4BE3-B8FE-933358ABB289}" type="presOf" srcId="{7EEDAFAB-BE99-409B-8D3E-CA2422E95539}" destId="{E27EA33F-3FAE-4BFE-9E4C-777612F1C962}" srcOrd="0" destOrd="0" presId="urn:microsoft.com/office/officeart/2005/8/layout/process2"/>
    <dgm:cxn modelId="{D7F0D3B6-1E6E-48E3-BC9D-5170568C5F0C}" type="presOf" srcId="{FE986F11-28F9-47C2-948F-27AB9411BD89}" destId="{DF91D9D2-1B35-44A7-A9E8-B83B2260E7EA}" srcOrd="0" destOrd="0" presId="urn:microsoft.com/office/officeart/2005/8/layout/process2"/>
    <dgm:cxn modelId="{19B5B7C8-B70D-4A43-A38F-8AB9284CB227}" srcId="{7BD765FA-6B06-489F-97C3-896C1CE8C462}" destId="{652733F6-F553-4651-B8B7-85BE25926639}" srcOrd="1" destOrd="0" parTransId="{05D74C5F-3811-418D-86B2-4FED4440EC07}" sibTransId="{78A42631-FE92-45F0-8FA2-3E82EF6DBE8D}"/>
    <dgm:cxn modelId="{A50195D1-5C38-42BB-94C5-B9C53A74DD16}" type="presOf" srcId="{7E4293F0-03F3-4607-9E1A-80519F486F0E}" destId="{88A07478-8CCA-4187-8A23-9594A5A9B452}" srcOrd="0" destOrd="0" presId="urn:microsoft.com/office/officeart/2005/8/layout/process2"/>
    <dgm:cxn modelId="{787371D6-4E84-4FF2-AD21-2F72E4E06B56}" type="presOf" srcId="{652733F6-F553-4651-B8B7-85BE25926639}" destId="{4931F227-F371-4B98-BCBC-17FE035E0FED}" srcOrd="0" destOrd="0" presId="urn:microsoft.com/office/officeart/2005/8/layout/process2"/>
    <dgm:cxn modelId="{84D904E0-6319-437B-A73B-6443825557FE}" type="presOf" srcId="{2F810670-0223-436B-8748-425DB9CF47E7}" destId="{DBA29B26-DA37-4B03-AFAC-1BD570C36D18}" srcOrd="0" destOrd="0" presId="urn:microsoft.com/office/officeart/2005/8/layout/process2"/>
    <dgm:cxn modelId="{B81A0CEF-A4FF-4B9A-B65D-8B68386F5E2D}" type="presOf" srcId="{78A42631-FE92-45F0-8FA2-3E82EF6DBE8D}" destId="{3DCC63AC-CBD2-4D57-928F-9F2040958666}" srcOrd="1" destOrd="0" presId="urn:microsoft.com/office/officeart/2005/8/layout/process2"/>
    <dgm:cxn modelId="{85F733F1-22C2-4366-A5D1-BB0B997F2F89}" type="presOf" srcId="{0F6B8B42-140F-4487-BAB2-42BBDF12E6DA}" destId="{B196D2AE-3217-40E0-A884-77F1276C67D1}" srcOrd="0" destOrd="0" presId="urn:microsoft.com/office/officeart/2005/8/layout/process2"/>
    <dgm:cxn modelId="{094B7B7C-AFA1-40EC-AD01-09F45B5D7517}" type="presParOf" srcId="{36DE04D0-A73F-480A-92FE-565920BD991B}" destId="{E27EA33F-3FAE-4BFE-9E4C-777612F1C962}" srcOrd="0" destOrd="0" presId="urn:microsoft.com/office/officeart/2005/8/layout/process2"/>
    <dgm:cxn modelId="{C566E1C5-5086-4790-83FA-BAA374EFA532}" type="presParOf" srcId="{36DE04D0-A73F-480A-92FE-565920BD991B}" destId="{88A07478-8CCA-4187-8A23-9594A5A9B452}" srcOrd="1" destOrd="0" presId="urn:microsoft.com/office/officeart/2005/8/layout/process2"/>
    <dgm:cxn modelId="{E22214AB-C181-4B1B-9F86-51D12FE787DA}" type="presParOf" srcId="{88A07478-8CCA-4187-8A23-9594A5A9B452}" destId="{5C6E5D90-680A-4ED5-A648-CECB4F437597}" srcOrd="0" destOrd="0" presId="urn:microsoft.com/office/officeart/2005/8/layout/process2"/>
    <dgm:cxn modelId="{144C0F5C-F58E-40BF-B812-FB7B0FD93E6D}" type="presParOf" srcId="{36DE04D0-A73F-480A-92FE-565920BD991B}" destId="{4931F227-F371-4B98-BCBC-17FE035E0FED}" srcOrd="2" destOrd="0" presId="urn:microsoft.com/office/officeart/2005/8/layout/process2"/>
    <dgm:cxn modelId="{E7BD454A-7E84-4C29-8886-8CB33F7DE9C0}" type="presParOf" srcId="{36DE04D0-A73F-480A-92FE-565920BD991B}" destId="{E6334863-407E-424C-A972-27DE2479C651}" srcOrd="3" destOrd="0" presId="urn:microsoft.com/office/officeart/2005/8/layout/process2"/>
    <dgm:cxn modelId="{BD5432EF-5D33-4110-A37E-9FF1C5760AA3}" type="presParOf" srcId="{E6334863-407E-424C-A972-27DE2479C651}" destId="{3DCC63AC-CBD2-4D57-928F-9F2040958666}" srcOrd="0" destOrd="0" presId="urn:microsoft.com/office/officeart/2005/8/layout/process2"/>
    <dgm:cxn modelId="{8381CAB2-DCAE-418A-BFE5-AD204E434ABC}" type="presParOf" srcId="{36DE04D0-A73F-480A-92FE-565920BD991B}" destId="{DF91D9D2-1B35-44A7-A9E8-B83B2260E7EA}" srcOrd="4" destOrd="0" presId="urn:microsoft.com/office/officeart/2005/8/layout/process2"/>
    <dgm:cxn modelId="{134A065A-44BE-4D99-AB2A-3C7D2BC9A1CD}" type="presParOf" srcId="{36DE04D0-A73F-480A-92FE-565920BD991B}" destId="{DAFA2C8D-064F-4F66-B800-5C5F805F7E6B}" srcOrd="5" destOrd="0" presId="urn:microsoft.com/office/officeart/2005/8/layout/process2"/>
    <dgm:cxn modelId="{847A4091-7B54-40A3-972C-FFEE58EF21ED}" type="presParOf" srcId="{DAFA2C8D-064F-4F66-B800-5C5F805F7E6B}" destId="{18133595-742F-4B13-851B-B81AC486E122}" srcOrd="0" destOrd="0" presId="urn:microsoft.com/office/officeart/2005/8/layout/process2"/>
    <dgm:cxn modelId="{E7AB535F-32B2-4370-ABFD-0844C6AFCAF7}" type="presParOf" srcId="{36DE04D0-A73F-480A-92FE-565920BD991B}" destId="{E68C045A-ED0C-4621-9711-E0CA4072FBAC}" srcOrd="6" destOrd="0" presId="urn:microsoft.com/office/officeart/2005/8/layout/process2"/>
    <dgm:cxn modelId="{0EA27819-CBEC-49DE-A62A-11C3A0F0064C}" type="presParOf" srcId="{36DE04D0-A73F-480A-92FE-565920BD991B}" destId="{DBA29B26-DA37-4B03-AFAC-1BD570C36D18}" srcOrd="7" destOrd="0" presId="urn:microsoft.com/office/officeart/2005/8/layout/process2"/>
    <dgm:cxn modelId="{BCB84CA7-9B88-4A47-95BC-75BE97EA30C1}" type="presParOf" srcId="{DBA29B26-DA37-4B03-AFAC-1BD570C36D18}" destId="{1197B3BD-869C-41BD-B469-6C304E2B26CF}" srcOrd="0" destOrd="0" presId="urn:microsoft.com/office/officeart/2005/8/layout/process2"/>
    <dgm:cxn modelId="{ABCEAD37-3AD9-435B-89B0-9D5CD73F7B55}" type="presParOf" srcId="{36DE04D0-A73F-480A-92FE-565920BD991B}" destId="{ED85992D-42DE-4D2A-BF2B-9C0F1B22A031}" srcOrd="8" destOrd="0" presId="urn:microsoft.com/office/officeart/2005/8/layout/process2"/>
    <dgm:cxn modelId="{5391466A-8437-4E78-B217-76C6998737EA}" type="presParOf" srcId="{36DE04D0-A73F-480A-92FE-565920BD991B}" destId="{300EDB13-936B-45D2-BA18-8786F9618F74}" srcOrd="9" destOrd="0" presId="urn:microsoft.com/office/officeart/2005/8/layout/process2"/>
    <dgm:cxn modelId="{11A24DBF-5D45-42A9-8C0E-1C44BFAE23CF}" type="presParOf" srcId="{300EDB13-936B-45D2-BA18-8786F9618F74}" destId="{22166E4E-1F90-4D39-B719-92B772A2BA57}" srcOrd="0" destOrd="0" presId="urn:microsoft.com/office/officeart/2005/8/layout/process2"/>
    <dgm:cxn modelId="{B5F4785C-5891-4FE9-AC01-71386E43A9B8}" type="presParOf" srcId="{36DE04D0-A73F-480A-92FE-565920BD991B}" destId="{B196D2AE-3217-40E0-A884-77F1276C67D1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AECDF5-E258-46F6-8332-22BCAA33D2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615F71-318D-4923-90F7-9BBC0176DE13}">
      <dgm:prSet/>
      <dgm:spPr/>
      <dgm:t>
        <a:bodyPr/>
        <a:lstStyle/>
        <a:p>
          <a:r>
            <a:rPr lang="de-DE" dirty="0"/>
            <a:t>Als User möchte ich, eine CSV-Datei einlesen können, in der die Mitarbeiter ihre Zeitstempelungen + Pensum aufgeführt haben.</a:t>
          </a:r>
          <a:endParaRPr lang="en-US" dirty="0"/>
        </a:p>
      </dgm:t>
    </dgm:pt>
    <dgm:pt modelId="{64715EF9-29A4-47DB-B39F-DCFDCF2FCBA7}" type="parTrans" cxnId="{6327C758-0BC3-4B51-8328-E1275DBD8755}">
      <dgm:prSet/>
      <dgm:spPr/>
      <dgm:t>
        <a:bodyPr/>
        <a:lstStyle/>
        <a:p>
          <a:endParaRPr lang="en-US"/>
        </a:p>
      </dgm:t>
    </dgm:pt>
    <dgm:pt modelId="{411FF041-199B-4342-9FA6-0CBA2AD9F54E}" type="sibTrans" cxnId="{6327C758-0BC3-4B51-8328-E1275DBD8755}">
      <dgm:prSet/>
      <dgm:spPr/>
      <dgm:t>
        <a:bodyPr/>
        <a:lstStyle/>
        <a:p>
          <a:endParaRPr lang="en-US"/>
        </a:p>
      </dgm:t>
    </dgm:pt>
    <dgm:pt modelId="{6510197F-54A7-4B9D-AB74-1A0BF6606D05}">
      <dgm:prSet/>
      <dgm:spPr/>
      <dgm:t>
        <a:bodyPr/>
        <a:lstStyle/>
        <a:p>
          <a:r>
            <a:rPr lang="de-DE" dirty="0"/>
            <a:t>Als User möchte ich, eine Übersicht der Überstunden jedes einzelnen Mitarbeiters erhalten.</a:t>
          </a:r>
          <a:endParaRPr lang="en-US" dirty="0"/>
        </a:p>
      </dgm:t>
    </dgm:pt>
    <dgm:pt modelId="{8E3E9777-191E-4202-917F-9913E203479D}" type="parTrans" cxnId="{51B18897-3B32-41DA-B548-EA9521A196EE}">
      <dgm:prSet/>
      <dgm:spPr/>
      <dgm:t>
        <a:bodyPr/>
        <a:lstStyle/>
        <a:p>
          <a:endParaRPr lang="en-US"/>
        </a:p>
      </dgm:t>
    </dgm:pt>
    <dgm:pt modelId="{68A4FF6D-D296-4E7A-9E4A-80F27238BD73}" type="sibTrans" cxnId="{51B18897-3B32-41DA-B548-EA9521A196EE}">
      <dgm:prSet/>
      <dgm:spPr/>
      <dgm:t>
        <a:bodyPr/>
        <a:lstStyle/>
        <a:p>
          <a:endParaRPr lang="en-US"/>
        </a:p>
      </dgm:t>
    </dgm:pt>
    <dgm:pt modelId="{193BDEC6-D99B-40F4-B906-CA94B4B5D7F9}">
      <dgm:prSet/>
      <dgm:spPr/>
      <dgm:t>
        <a:bodyPr/>
        <a:lstStyle/>
        <a:p>
          <a:r>
            <a:rPr lang="de-DE" dirty="0"/>
            <a:t>Als User möchte ich, eine Übersicht der Minusstunden jedes einzelnen Mitarbeiters erhalten.</a:t>
          </a:r>
          <a:endParaRPr lang="en-US" dirty="0"/>
        </a:p>
      </dgm:t>
    </dgm:pt>
    <dgm:pt modelId="{463FE883-2551-4940-A490-64257025B889}" type="parTrans" cxnId="{B1A4F173-CC6D-49B0-884B-629C3F9A4890}">
      <dgm:prSet/>
      <dgm:spPr/>
      <dgm:t>
        <a:bodyPr/>
        <a:lstStyle/>
        <a:p>
          <a:endParaRPr lang="en-US"/>
        </a:p>
      </dgm:t>
    </dgm:pt>
    <dgm:pt modelId="{E0111F4F-3BEF-4DB2-A712-6F0C3E14CB12}" type="sibTrans" cxnId="{B1A4F173-CC6D-49B0-884B-629C3F9A4890}">
      <dgm:prSet/>
      <dgm:spPr/>
      <dgm:t>
        <a:bodyPr/>
        <a:lstStyle/>
        <a:p>
          <a:endParaRPr lang="en-US"/>
        </a:p>
      </dgm:t>
    </dgm:pt>
    <dgm:pt modelId="{8CBF3FB9-DEEE-4D65-8688-747D26635C71}">
      <dgm:prSet/>
      <dgm:spPr/>
      <dgm:t>
        <a:bodyPr/>
        <a:lstStyle/>
        <a:p>
          <a:r>
            <a:rPr lang="de-DE" dirty="0"/>
            <a:t>Als User möchte ich, eine Angabe des Pensums des Mitarbeiters erhalten.</a:t>
          </a:r>
          <a:endParaRPr lang="en-US" dirty="0"/>
        </a:p>
      </dgm:t>
    </dgm:pt>
    <dgm:pt modelId="{9B223532-1B82-4AD4-A0A7-60F118F6A5CE}" type="parTrans" cxnId="{FB270AD6-2BC9-465B-81D2-6EF3EA9D99E4}">
      <dgm:prSet/>
      <dgm:spPr/>
      <dgm:t>
        <a:bodyPr/>
        <a:lstStyle/>
        <a:p>
          <a:endParaRPr lang="en-US"/>
        </a:p>
      </dgm:t>
    </dgm:pt>
    <dgm:pt modelId="{155425A7-C722-4414-A0AA-B3A601677356}" type="sibTrans" cxnId="{FB270AD6-2BC9-465B-81D2-6EF3EA9D99E4}">
      <dgm:prSet/>
      <dgm:spPr/>
      <dgm:t>
        <a:bodyPr/>
        <a:lstStyle/>
        <a:p>
          <a:endParaRPr lang="en-US"/>
        </a:p>
      </dgm:t>
    </dgm:pt>
    <dgm:pt modelId="{1A0352D7-03B5-472E-82E2-DE5F79E6E99B}">
      <dgm:prSet/>
      <dgm:spPr/>
      <dgm:t>
        <a:bodyPr/>
        <a:lstStyle/>
        <a:p>
          <a:r>
            <a:rPr lang="de-DE" dirty="0"/>
            <a:t>Als User möchte ich, die Arbeitszeiteinhaltung, am Pensum des Mitarbeiters angepasst, erhalten.</a:t>
          </a:r>
          <a:endParaRPr lang="en-US" dirty="0"/>
        </a:p>
      </dgm:t>
    </dgm:pt>
    <dgm:pt modelId="{A4782849-E51A-4171-AAE1-70129C4C1877}" type="parTrans" cxnId="{E3516D08-A18A-4D8C-B33C-B8512685170A}">
      <dgm:prSet/>
      <dgm:spPr/>
      <dgm:t>
        <a:bodyPr/>
        <a:lstStyle/>
        <a:p>
          <a:endParaRPr lang="en-US"/>
        </a:p>
      </dgm:t>
    </dgm:pt>
    <dgm:pt modelId="{A9391C33-5F97-4D59-9886-D2099E2D868E}" type="sibTrans" cxnId="{E3516D08-A18A-4D8C-B33C-B8512685170A}">
      <dgm:prSet/>
      <dgm:spPr/>
      <dgm:t>
        <a:bodyPr/>
        <a:lstStyle/>
        <a:p>
          <a:endParaRPr lang="en-US"/>
        </a:p>
      </dgm:t>
    </dgm:pt>
    <dgm:pt modelId="{2522B431-BAB2-4AF0-9F6F-F32E935A24C5}">
      <dgm:prSet/>
      <dgm:spPr/>
      <dgm:t>
        <a:bodyPr/>
        <a:lstStyle/>
        <a:p>
          <a:r>
            <a:rPr lang="de-DE" dirty="0"/>
            <a:t>Als User möchte ich, eine Angabe erhalten ob die, vertraglichen Rahmenbedingungen verletzt wurden.</a:t>
          </a:r>
          <a:endParaRPr lang="en-US" dirty="0"/>
        </a:p>
      </dgm:t>
    </dgm:pt>
    <dgm:pt modelId="{80E78B81-973F-4DF3-83CF-43F0A5D216B0}" type="parTrans" cxnId="{A4BE5421-9203-4005-8CC9-1E1870FF07E9}">
      <dgm:prSet/>
      <dgm:spPr/>
      <dgm:t>
        <a:bodyPr/>
        <a:lstStyle/>
        <a:p>
          <a:endParaRPr lang="en-US"/>
        </a:p>
      </dgm:t>
    </dgm:pt>
    <dgm:pt modelId="{88163007-5826-4424-A509-EDA3B781D882}" type="sibTrans" cxnId="{A4BE5421-9203-4005-8CC9-1E1870FF07E9}">
      <dgm:prSet/>
      <dgm:spPr/>
      <dgm:t>
        <a:bodyPr/>
        <a:lstStyle/>
        <a:p>
          <a:endParaRPr lang="en-US"/>
        </a:p>
      </dgm:t>
    </dgm:pt>
    <dgm:pt modelId="{40AB0B6A-13D1-47FC-8867-B4D7A5A82257}">
      <dgm:prSet/>
      <dgm:spPr/>
      <dgm:t>
        <a:bodyPr/>
        <a:lstStyle/>
        <a:p>
          <a:r>
            <a:rPr lang="de-DE" dirty="0"/>
            <a:t>Als User möchte ich, eine Meldung kriegen wenn eine Rahmenbedingung nicht eingehalten wurde und eine Begründung dazu erhalten.</a:t>
          </a:r>
          <a:endParaRPr lang="en-US" dirty="0"/>
        </a:p>
      </dgm:t>
    </dgm:pt>
    <dgm:pt modelId="{C3CF66BC-A02E-4EBA-96E1-021B64BD07C9}" type="parTrans" cxnId="{55EF82D8-C18C-466D-92D3-BE796198E4CB}">
      <dgm:prSet/>
      <dgm:spPr/>
      <dgm:t>
        <a:bodyPr/>
        <a:lstStyle/>
        <a:p>
          <a:endParaRPr lang="en-US"/>
        </a:p>
      </dgm:t>
    </dgm:pt>
    <dgm:pt modelId="{37832563-2724-49A6-807F-07A8FC495446}" type="sibTrans" cxnId="{55EF82D8-C18C-466D-92D3-BE796198E4CB}">
      <dgm:prSet/>
      <dgm:spPr/>
      <dgm:t>
        <a:bodyPr/>
        <a:lstStyle/>
        <a:p>
          <a:endParaRPr lang="en-US"/>
        </a:p>
      </dgm:t>
    </dgm:pt>
    <dgm:pt modelId="{B688A3A9-F802-457E-B584-C47A50164367}" type="pres">
      <dgm:prSet presAssocID="{60AECDF5-E258-46F6-8332-22BCAA33D202}" presName="linear" presStyleCnt="0">
        <dgm:presLayoutVars>
          <dgm:animLvl val="lvl"/>
          <dgm:resizeHandles val="exact"/>
        </dgm:presLayoutVars>
      </dgm:prSet>
      <dgm:spPr/>
    </dgm:pt>
    <dgm:pt modelId="{D33B6FAB-B06F-4D82-8A01-B16EE71D802E}" type="pres">
      <dgm:prSet presAssocID="{44615F71-318D-4923-90F7-9BBC0176DE13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2FBF6ECF-8509-4236-90E1-F12134E21B19}" type="pres">
      <dgm:prSet presAssocID="{411FF041-199B-4342-9FA6-0CBA2AD9F54E}" presName="spacer" presStyleCnt="0"/>
      <dgm:spPr/>
    </dgm:pt>
    <dgm:pt modelId="{F0F8B68C-FC52-4EAF-9A10-23388EDD7ED8}" type="pres">
      <dgm:prSet presAssocID="{6510197F-54A7-4B9D-AB74-1A0BF6606D0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8159158-454A-4E17-BACE-5A7525CCA52C}" type="pres">
      <dgm:prSet presAssocID="{68A4FF6D-D296-4E7A-9E4A-80F27238BD73}" presName="spacer" presStyleCnt="0"/>
      <dgm:spPr/>
    </dgm:pt>
    <dgm:pt modelId="{38C49ABD-458D-44DA-804A-726C505362C9}" type="pres">
      <dgm:prSet presAssocID="{193BDEC6-D99B-40F4-B906-CA94B4B5D7F9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FBE955A-2877-48DF-AA09-6DA55341C5F5}" type="pres">
      <dgm:prSet presAssocID="{E0111F4F-3BEF-4DB2-A712-6F0C3E14CB12}" presName="spacer" presStyleCnt="0"/>
      <dgm:spPr/>
    </dgm:pt>
    <dgm:pt modelId="{C71D8524-2FB4-4C97-8B0B-8B202DF2F3A2}" type="pres">
      <dgm:prSet presAssocID="{8CBF3FB9-DEEE-4D65-8688-747D26635C7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484588A-2323-408B-9CB3-BCE6397D1477}" type="pres">
      <dgm:prSet presAssocID="{155425A7-C722-4414-A0AA-B3A601677356}" presName="spacer" presStyleCnt="0"/>
      <dgm:spPr/>
    </dgm:pt>
    <dgm:pt modelId="{597AF282-CF58-4569-85E7-89BFD2F16EB5}" type="pres">
      <dgm:prSet presAssocID="{1A0352D7-03B5-472E-82E2-DE5F79E6E99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C37F01D-239D-467D-AAE3-1ED74ABCABB8}" type="pres">
      <dgm:prSet presAssocID="{A9391C33-5F97-4D59-9886-D2099E2D868E}" presName="spacer" presStyleCnt="0"/>
      <dgm:spPr/>
    </dgm:pt>
    <dgm:pt modelId="{12595FA6-2945-4E58-A0BB-0BF255863939}" type="pres">
      <dgm:prSet presAssocID="{2522B431-BAB2-4AF0-9F6F-F32E935A24C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5191841-26D7-42AD-831D-1619EDA4B0BC}" type="pres">
      <dgm:prSet presAssocID="{88163007-5826-4424-A509-EDA3B781D882}" presName="spacer" presStyleCnt="0"/>
      <dgm:spPr/>
    </dgm:pt>
    <dgm:pt modelId="{9491E719-7F79-497D-8300-214ED78123A8}" type="pres">
      <dgm:prSet presAssocID="{40AB0B6A-13D1-47FC-8867-B4D7A5A8225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E3516D08-A18A-4D8C-B33C-B8512685170A}" srcId="{60AECDF5-E258-46F6-8332-22BCAA33D202}" destId="{1A0352D7-03B5-472E-82E2-DE5F79E6E99B}" srcOrd="4" destOrd="0" parTransId="{A4782849-E51A-4171-AAE1-70129C4C1877}" sibTransId="{A9391C33-5F97-4D59-9886-D2099E2D868E}"/>
    <dgm:cxn modelId="{D2FB2D1D-4F11-4075-A32A-AA76E33A72EF}" type="presOf" srcId="{8CBF3FB9-DEEE-4D65-8688-747D26635C71}" destId="{C71D8524-2FB4-4C97-8B0B-8B202DF2F3A2}" srcOrd="0" destOrd="0" presId="urn:microsoft.com/office/officeart/2005/8/layout/vList2"/>
    <dgm:cxn modelId="{A4BE5421-9203-4005-8CC9-1E1870FF07E9}" srcId="{60AECDF5-E258-46F6-8332-22BCAA33D202}" destId="{2522B431-BAB2-4AF0-9F6F-F32E935A24C5}" srcOrd="5" destOrd="0" parTransId="{80E78B81-973F-4DF3-83CF-43F0A5D216B0}" sibTransId="{88163007-5826-4424-A509-EDA3B781D882}"/>
    <dgm:cxn modelId="{30B1122A-4E52-4B86-B009-9CAD19DEC53E}" type="presOf" srcId="{193BDEC6-D99B-40F4-B906-CA94B4B5D7F9}" destId="{38C49ABD-458D-44DA-804A-726C505362C9}" srcOrd="0" destOrd="0" presId="urn:microsoft.com/office/officeart/2005/8/layout/vList2"/>
    <dgm:cxn modelId="{2029C662-2809-4313-BE08-9D4C4F6A8DB7}" type="presOf" srcId="{6510197F-54A7-4B9D-AB74-1A0BF6606D05}" destId="{F0F8B68C-FC52-4EAF-9A10-23388EDD7ED8}" srcOrd="0" destOrd="0" presId="urn:microsoft.com/office/officeart/2005/8/layout/vList2"/>
    <dgm:cxn modelId="{B1A4F173-CC6D-49B0-884B-629C3F9A4890}" srcId="{60AECDF5-E258-46F6-8332-22BCAA33D202}" destId="{193BDEC6-D99B-40F4-B906-CA94B4B5D7F9}" srcOrd="2" destOrd="0" parTransId="{463FE883-2551-4940-A490-64257025B889}" sibTransId="{E0111F4F-3BEF-4DB2-A712-6F0C3E14CB12}"/>
    <dgm:cxn modelId="{6327C758-0BC3-4B51-8328-E1275DBD8755}" srcId="{60AECDF5-E258-46F6-8332-22BCAA33D202}" destId="{44615F71-318D-4923-90F7-9BBC0176DE13}" srcOrd="0" destOrd="0" parTransId="{64715EF9-29A4-47DB-B39F-DCFDCF2FCBA7}" sibTransId="{411FF041-199B-4342-9FA6-0CBA2AD9F54E}"/>
    <dgm:cxn modelId="{51B18897-3B32-41DA-B548-EA9521A196EE}" srcId="{60AECDF5-E258-46F6-8332-22BCAA33D202}" destId="{6510197F-54A7-4B9D-AB74-1A0BF6606D05}" srcOrd="1" destOrd="0" parTransId="{8E3E9777-191E-4202-917F-9913E203479D}" sibTransId="{68A4FF6D-D296-4E7A-9E4A-80F27238BD73}"/>
    <dgm:cxn modelId="{4EDC89BD-1445-4F34-AB83-08EA77E96D7F}" type="presOf" srcId="{40AB0B6A-13D1-47FC-8867-B4D7A5A82257}" destId="{9491E719-7F79-497D-8300-214ED78123A8}" srcOrd="0" destOrd="0" presId="urn:microsoft.com/office/officeart/2005/8/layout/vList2"/>
    <dgm:cxn modelId="{5C9919D2-0706-407F-8384-AED0B78F9256}" type="presOf" srcId="{44615F71-318D-4923-90F7-9BBC0176DE13}" destId="{D33B6FAB-B06F-4D82-8A01-B16EE71D802E}" srcOrd="0" destOrd="0" presId="urn:microsoft.com/office/officeart/2005/8/layout/vList2"/>
    <dgm:cxn modelId="{FB270AD6-2BC9-465B-81D2-6EF3EA9D99E4}" srcId="{60AECDF5-E258-46F6-8332-22BCAA33D202}" destId="{8CBF3FB9-DEEE-4D65-8688-747D26635C71}" srcOrd="3" destOrd="0" parTransId="{9B223532-1B82-4AD4-A0A7-60F118F6A5CE}" sibTransId="{155425A7-C722-4414-A0AA-B3A601677356}"/>
    <dgm:cxn modelId="{2DB23FD6-2EA9-42E9-B3AB-DBE25548BA5E}" type="presOf" srcId="{60AECDF5-E258-46F6-8332-22BCAA33D202}" destId="{B688A3A9-F802-457E-B584-C47A50164367}" srcOrd="0" destOrd="0" presId="urn:microsoft.com/office/officeart/2005/8/layout/vList2"/>
    <dgm:cxn modelId="{55EF82D8-C18C-466D-92D3-BE796198E4CB}" srcId="{60AECDF5-E258-46F6-8332-22BCAA33D202}" destId="{40AB0B6A-13D1-47FC-8867-B4D7A5A82257}" srcOrd="6" destOrd="0" parTransId="{C3CF66BC-A02E-4EBA-96E1-021B64BD07C9}" sibTransId="{37832563-2724-49A6-807F-07A8FC495446}"/>
    <dgm:cxn modelId="{663E30DF-88AB-46FF-9FC3-3EBA8C6E493A}" type="presOf" srcId="{1A0352D7-03B5-472E-82E2-DE5F79E6E99B}" destId="{597AF282-CF58-4569-85E7-89BFD2F16EB5}" srcOrd="0" destOrd="0" presId="urn:microsoft.com/office/officeart/2005/8/layout/vList2"/>
    <dgm:cxn modelId="{7D5D91E7-DFE2-46F4-9370-77357F26C414}" type="presOf" srcId="{2522B431-BAB2-4AF0-9F6F-F32E935A24C5}" destId="{12595FA6-2945-4E58-A0BB-0BF255863939}" srcOrd="0" destOrd="0" presId="urn:microsoft.com/office/officeart/2005/8/layout/vList2"/>
    <dgm:cxn modelId="{8350731E-9055-4FDD-AAC8-7D774858EC45}" type="presParOf" srcId="{B688A3A9-F802-457E-B584-C47A50164367}" destId="{D33B6FAB-B06F-4D82-8A01-B16EE71D802E}" srcOrd="0" destOrd="0" presId="urn:microsoft.com/office/officeart/2005/8/layout/vList2"/>
    <dgm:cxn modelId="{68CC559B-0399-4F6A-B6B2-278FCC6633EA}" type="presParOf" srcId="{B688A3A9-F802-457E-B584-C47A50164367}" destId="{2FBF6ECF-8509-4236-90E1-F12134E21B19}" srcOrd="1" destOrd="0" presId="urn:microsoft.com/office/officeart/2005/8/layout/vList2"/>
    <dgm:cxn modelId="{0482FA45-D065-4D98-9FE1-ABDB77F0CA37}" type="presParOf" srcId="{B688A3A9-F802-457E-B584-C47A50164367}" destId="{F0F8B68C-FC52-4EAF-9A10-23388EDD7ED8}" srcOrd="2" destOrd="0" presId="urn:microsoft.com/office/officeart/2005/8/layout/vList2"/>
    <dgm:cxn modelId="{DCFAFA55-3768-4EAE-BC70-2D7711900DB4}" type="presParOf" srcId="{B688A3A9-F802-457E-B584-C47A50164367}" destId="{08159158-454A-4E17-BACE-5A7525CCA52C}" srcOrd="3" destOrd="0" presId="urn:microsoft.com/office/officeart/2005/8/layout/vList2"/>
    <dgm:cxn modelId="{BC7FEA60-79B0-457D-96A9-A150E36F0192}" type="presParOf" srcId="{B688A3A9-F802-457E-B584-C47A50164367}" destId="{38C49ABD-458D-44DA-804A-726C505362C9}" srcOrd="4" destOrd="0" presId="urn:microsoft.com/office/officeart/2005/8/layout/vList2"/>
    <dgm:cxn modelId="{7CF38979-193B-43BD-8376-1ADEB4B6BE16}" type="presParOf" srcId="{B688A3A9-F802-457E-B584-C47A50164367}" destId="{7FBE955A-2877-48DF-AA09-6DA55341C5F5}" srcOrd="5" destOrd="0" presId="urn:microsoft.com/office/officeart/2005/8/layout/vList2"/>
    <dgm:cxn modelId="{30E5FA77-C42F-4980-855A-986C4D6CF0F6}" type="presParOf" srcId="{B688A3A9-F802-457E-B584-C47A50164367}" destId="{C71D8524-2FB4-4C97-8B0B-8B202DF2F3A2}" srcOrd="6" destOrd="0" presId="urn:microsoft.com/office/officeart/2005/8/layout/vList2"/>
    <dgm:cxn modelId="{260E34C5-9C13-4569-9A89-AF2467D228CD}" type="presParOf" srcId="{B688A3A9-F802-457E-B584-C47A50164367}" destId="{1484588A-2323-408B-9CB3-BCE6397D1477}" srcOrd="7" destOrd="0" presId="urn:microsoft.com/office/officeart/2005/8/layout/vList2"/>
    <dgm:cxn modelId="{1BEBE277-422A-4382-BC1F-0C0C401E2992}" type="presParOf" srcId="{B688A3A9-F802-457E-B584-C47A50164367}" destId="{597AF282-CF58-4569-85E7-89BFD2F16EB5}" srcOrd="8" destOrd="0" presId="urn:microsoft.com/office/officeart/2005/8/layout/vList2"/>
    <dgm:cxn modelId="{C14E7F2A-39E5-4B69-B990-7397854A0B0E}" type="presParOf" srcId="{B688A3A9-F802-457E-B584-C47A50164367}" destId="{4C37F01D-239D-467D-AAE3-1ED74ABCABB8}" srcOrd="9" destOrd="0" presId="urn:microsoft.com/office/officeart/2005/8/layout/vList2"/>
    <dgm:cxn modelId="{5492C02C-4568-44E5-9312-007F69599F5A}" type="presParOf" srcId="{B688A3A9-F802-457E-B584-C47A50164367}" destId="{12595FA6-2945-4E58-A0BB-0BF255863939}" srcOrd="10" destOrd="0" presId="urn:microsoft.com/office/officeart/2005/8/layout/vList2"/>
    <dgm:cxn modelId="{47DFCDEA-7944-43EA-A724-7D4DA5F3E877}" type="presParOf" srcId="{B688A3A9-F802-457E-B584-C47A50164367}" destId="{A5191841-26D7-42AD-831D-1619EDA4B0BC}" srcOrd="11" destOrd="0" presId="urn:microsoft.com/office/officeart/2005/8/layout/vList2"/>
    <dgm:cxn modelId="{60C75543-C4A4-419A-8637-E1E81A0CB343}" type="presParOf" srcId="{B688A3A9-F802-457E-B584-C47A50164367}" destId="{9491E719-7F79-497D-8300-214ED78123A8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EE93A4-D545-43CF-BD4F-FA517348AA5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666D26-517F-4874-9496-17CF0A86B075}">
      <dgm:prSet/>
      <dgm:spPr/>
      <dgm:t>
        <a:bodyPr/>
        <a:lstStyle/>
        <a:p>
          <a:r>
            <a:rPr lang="de-CH"/>
            <a:t>Arbeitsteilung nach Teilen</a:t>
          </a:r>
          <a:endParaRPr lang="en-US"/>
        </a:p>
      </dgm:t>
    </dgm:pt>
    <dgm:pt modelId="{14A88E4A-433A-48C9-80AF-8D6E6771C99A}" type="parTrans" cxnId="{ECDE71F3-CE76-40D5-8BE0-1D8318B8B8FA}">
      <dgm:prSet/>
      <dgm:spPr/>
      <dgm:t>
        <a:bodyPr/>
        <a:lstStyle/>
        <a:p>
          <a:endParaRPr lang="en-US"/>
        </a:p>
      </dgm:t>
    </dgm:pt>
    <dgm:pt modelId="{2EF16552-3F06-4504-A476-D0FA7CCC0B4C}" type="sibTrans" cxnId="{ECDE71F3-CE76-40D5-8BE0-1D8318B8B8FA}">
      <dgm:prSet/>
      <dgm:spPr/>
      <dgm:t>
        <a:bodyPr/>
        <a:lstStyle/>
        <a:p>
          <a:endParaRPr lang="en-US"/>
        </a:p>
      </dgm:t>
    </dgm:pt>
    <dgm:pt modelId="{C0F4926D-2B4A-4A84-8CE5-AC611840BE33}">
      <dgm:prSet/>
      <dgm:spPr/>
      <dgm:t>
        <a:bodyPr/>
        <a:lstStyle/>
        <a:p>
          <a:r>
            <a:rPr lang="de-CH"/>
            <a:t>Highlights</a:t>
          </a:r>
          <a:endParaRPr lang="en-US"/>
        </a:p>
      </dgm:t>
    </dgm:pt>
    <dgm:pt modelId="{65E1006D-0050-46CB-ADD2-D18BCFDB6FE7}" type="parTrans" cxnId="{79A64CE6-7351-4D88-9DDE-FB2F4B0687D5}">
      <dgm:prSet/>
      <dgm:spPr/>
      <dgm:t>
        <a:bodyPr/>
        <a:lstStyle/>
        <a:p>
          <a:endParaRPr lang="en-US"/>
        </a:p>
      </dgm:t>
    </dgm:pt>
    <dgm:pt modelId="{F0289AA7-BBE2-416C-87D5-E7C5186739E4}" type="sibTrans" cxnId="{79A64CE6-7351-4D88-9DDE-FB2F4B0687D5}">
      <dgm:prSet/>
      <dgm:spPr/>
      <dgm:t>
        <a:bodyPr/>
        <a:lstStyle/>
        <a:p>
          <a:endParaRPr lang="en-US"/>
        </a:p>
      </dgm:t>
    </dgm:pt>
    <dgm:pt modelId="{E1647A64-E87C-4ACA-9029-C2EC6AE93A47}">
      <dgm:prSet/>
      <dgm:spPr/>
      <dgm:t>
        <a:bodyPr/>
        <a:lstStyle/>
        <a:p>
          <a:r>
            <a:rPr lang="de-CH"/>
            <a:t>Bugs / Issues</a:t>
          </a:r>
          <a:endParaRPr lang="en-US"/>
        </a:p>
      </dgm:t>
    </dgm:pt>
    <dgm:pt modelId="{9B4A5A94-F20E-4840-8F5B-A783A4C1682C}" type="parTrans" cxnId="{6C5CD9EE-51BD-4582-8107-858A816ADFCA}">
      <dgm:prSet/>
      <dgm:spPr/>
      <dgm:t>
        <a:bodyPr/>
        <a:lstStyle/>
        <a:p>
          <a:endParaRPr lang="en-US"/>
        </a:p>
      </dgm:t>
    </dgm:pt>
    <dgm:pt modelId="{854171E0-567B-45E5-ABD4-848A164E655A}" type="sibTrans" cxnId="{6C5CD9EE-51BD-4582-8107-858A816ADFCA}">
      <dgm:prSet/>
      <dgm:spPr/>
      <dgm:t>
        <a:bodyPr/>
        <a:lstStyle/>
        <a:p>
          <a:endParaRPr lang="en-US"/>
        </a:p>
      </dgm:t>
    </dgm:pt>
    <dgm:pt modelId="{5FAD9C3A-1794-4956-96E2-5F6DD65B78CB}" type="pres">
      <dgm:prSet presAssocID="{C0EE93A4-D545-43CF-BD4F-FA517348AA51}" presName="linear" presStyleCnt="0">
        <dgm:presLayoutVars>
          <dgm:animLvl val="lvl"/>
          <dgm:resizeHandles val="exact"/>
        </dgm:presLayoutVars>
      </dgm:prSet>
      <dgm:spPr/>
    </dgm:pt>
    <dgm:pt modelId="{ADF7183B-39E2-4B16-A40A-5094959F7CE3}" type="pres">
      <dgm:prSet presAssocID="{45666D26-517F-4874-9496-17CF0A86B07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CD26C85-B035-4261-8C62-51DE4CB40D35}" type="pres">
      <dgm:prSet presAssocID="{2EF16552-3F06-4504-A476-D0FA7CCC0B4C}" presName="spacer" presStyleCnt="0"/>
      <dgm:spPr/>
    </dgm:pt>
    <dgm:pt modelId="{D5B01047-AD1C-4613-8E95-D2DEC18E1145}" type="pres">
      <dgm:prSet presAssocID="{C0F4926D-2B4A-4A84-8CE5-AC611840BE3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2A89C09-2548-414F-AA92-930DA1974949}" type="pres">
      <dgm:prSet presAssocID="{F0289AA7-BBE2-416C-87D5-E7C5186739E4}" presName="spacer" presStyleCnt="0"/>
      <dgm:spPr/>
    </dgm:pt>
    <dgm:pt modelId="{2A302A9C-6DBA-4174-A15B-4421C9F401AF}" type="pres">
      <dgm:prSet presAssocID="{E1647A64-E87C-4ACA-9029-C2EC6AE93A4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445C436-4D68-4C1C-B53B-0A141ECE0296}" type="presOf" srcId="{45666D26-517F-4874-9496-17CF0A86B075}" destId="{ADF7183B-39E2-4B16-A40A-5094959F7CE3}" srcOrd="0" destOrd="0" presId="urn:microsoft.com/office/officeart/2005/8/layout/vList2"/>
    <dgm:cxn modelId="{41062B7F-6B81-40F8-9094-2433E26689E7}" type="presOf" srcId="{E1647A64-E87C-4ACA-9029-C2EC6AE93A47}" destId="{2A302A9C-6DBA-4174-A15B-4421C9F401AF}" srcOrd="0" destOrd="0" presId="urn:microsoft.com/office/officeart/2005/8/layout/vList2"/>
    <dgm:cxn modelId="{E3E307C9-4A65-4E07-BBCE-CB6D97AE51C0}" type="presOf" srcId="{C0F4926D-2B4A-4A84-8CE5-AC611840BE33}" destId="{D5B01047-AD1C-4613-8E95-D2DEC18E1145}" srcOrd="0" destOrd="0" presId="urn:microsoft.com/office/officeart/2005/8/layout/vList2"/>
    <dgm:cxn modelId="{4DAC9BD4-E58E-4987-9262-0F285456DB01}" type="presOf" srcId="{C0EE93A4-D545-43CF-BD4F-FA517348AA51}" destId="{5FAD9C3A-1794-4956-96E2-5F6DD65B78CB}" srcOrd="0" destOrd="0" presId="urn:microsoft.com/office/officeart/2005/8/layout/vList2"/>
    <dgm:cxn modelId="{79A64CE6-7351-4D88-9DDE-FB2F4B0687D5}" srcId="{C0EE93A4-D545-43CF-BD4F-FA517348AA51}" destId="{C0F4926D-2B4A-4A84-8CE5-AC611840BE33}" srcOrd="1" destOrd="0" parTransId="{65E1006D-0050-46CB-ADD2-D18BCFDB6FE7}" sibTransId="{F0289AA7-BBE2-416C-87D5-E7C5186739E4}"/>
    <dgm:cxn modelId="{6C5CD9EE-51BD-4582-8107-858A816ADFCA}" srcId="{C0EE93A4-D545-43CF-BD4F-FA517348AA51}" destId="{E1647A64-E87C-4ACA-9029-C2EC6AE93A47}" srcOrd="2" destOrd="0" parTransId="{9B4A5A94-F20E-4840-8F5B-A783A4C1682C}" sibTransId="{854171E0-567B-45E5-ABD4-848A164E655A}"/>
    <dgm:cxn modelId="{ECDE71F3-CE76-40D5-8BE0-1D8318B8B8FA}" srcId="{C0EE93A4-D545-43CF-BD4F-FA517348AA51}" destId="{45666D26-517F-4874-9496-17CF0A86B075}" srcOrd="0" destOrd="0" parTransId="{14A88E4A-433A-48C9-80AF-8D6E6771C99A}" sibTransId="{2EF16552-3F06-4504-A476-D0FA7CCC0B4C}"/>
    <dgm:cxn modelId="{5B87276E-7114-4F04-A60B-B068A4873CB2}" type="presParOf" srcId="{5FAD9C3A-1794-4956-96E2-5F6DD65B78CB}" destId="{ADF7183B-39E2-4B16-A40A-5094959F7CE3}" srcOrd="0" destOrd="0" presId="urn:microsoft.com/office/officeart/2005/8/layout/vList2"/>
    <dgm:cxn modelId="{F97F2187-9090-44DF-B71B-C1D790796717}" type="presParOf" srcId="{5FAD9C3A-1794-4956-96E2-5F6DD65B78CB}" destId="{1CD26C85-B035-4261-8C62-51DE4CB40D35}" srcOrd="1" destOrd="0" presId="urn:microsoft.com/office/officeart/2005/8/layout/vList2"/>
    <dgm:cxn modelId="{4ED46E54-4C9E-4AF5-80A5-C1FA1F25088F}" type="presParOf" srcId="{5FAD9C3A-1794-4956-96E2-5F6DD65B78CB}" destId="{D5B01047-AD1C-4613-8E95-D2DEC18E1145}" srcOrd="2" destOrd="0" presId="urn:microsoft.com/office/officeart/2005/8/layout/vList2"/>
    <dgm:cxn modelId="{2F226E74-53F1-4DFF-9570-AD50F9EC6E9E}" type="presParOf" srcId="{5FAD9C3A-1794-4956-96E2-5F6DD65B78CB}" destId="{D2A89C09-2548-414F-AA92-930DA1974949}" srcOrd="3" destOrd="0" presId="urn:microsoft.com/office/officeart/2005/8/layout/vList2"/>
    <dgm:cxn modelId="{8CFA22B8-0395-463E-ACE5-11BD43C9C863}" type="presParOf" srcId="{5FAD9C3A-1794-4956-96E2-5F6DD65B78CB}" destId="{2A302A9C-6DBA-4174-A15B-4421C9F401A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7EA33F-3FAE-4BFE-9E4C-777612F1C962}">
      <dsp:nvSpPr>
        <dsp:cNvPr id="0" name=""/>
        <dsp:cNvSpPr/>
      </dsp:nvSpPr>
      <dsp:spPr>
        <a:xfrm>
          <a:off x="1585554" y="1726"/>
          <a:ext cx="2046063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Themawahl</a:t>
          </a:r>
          <a:endParaRPr lang="en-US" sz="1700" kern="1200"/>
        </a:p>
      </dsp:txBody>
      <dsp:txXfrm>
        <a:off x="1600536" y="16708"/>
        <a:ext cx="2016099" cy="481551"/>
      </dsp:txXfrm>
    </dsp:sp>
    <dsp:sp modelId="{88A07478-8CCA-4187-8A23-9594A5A9B452}">
      <dsp:nvSpPr>
        <dsp:cNvPr id="0" name=""/>
        <dsp:cNvSpPr/>
      </dsp:nvSpPr>
      <dsp:spPr>
        <a:xfrm rot="5400000">
          <a:off x="2512677" y="526030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2539532" y="545212"/>
        <a:ext cx="138110" cy="134273"/>
      </dsp:txXfrm>
    </dsp:sp>
    <dsp:sp modelId="{4931F227-F371-4B98-BCBC-17FE035E0FED}">
      <dsp:nvSpPr>
        <dsp:cNvPr id="0" name=""/>
        <dsp:cNvSpPr/>
      </dsp:nvSpPr>
      <dsp:spPr>
        <a:xfrm>
          <a:off x="1585554" y="769000"/>
          <a:ext cx="2046063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Projektziele</a:t>
          </a:r>
          <a:endParaRPr lang="en-US" sz="1700" kern="1200"/>
        </a:p>
      </dsp:txBody>
      <dsp:txXfrm>
        <a:off x="1600536" y="783982"/>
        <a:ext cx="2016099" cy="481551"/>
      </dsp:txXfrm>
    </dsp:sp>
    <dsp:sp modelId="{E6334863-407E-424C-A972-27DE2479C651}">
      <dsp:nvSpPr>
        <dsp:cNvPr id="0" name=""/>
        <dsp:cNvSpPr/>
      </dsp:nvSpPr>
      <dsp:spPr>
        <a:xfrm rot="5400000">
          <a:off x="2512677" y="1293304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2539532" y="1312486"/>
        <a:ext cx="138110" cy="134273"/>
      </dsp:txXfrm>
    </dsp:sp>
    <dsp:sp modelId="{DF91D9D2-1B35-44A7-A9E8-B83B2260E7EA}">
      <dsp:nvSpPr>
        <dsp:cNvPr id="0" name=""/>
        <dsp:cNvSpPr/>
      </dsp:nvSpPr>
      <dsp:spPr>
        <a:xfrm>
          <a:off x="1585554" y="1536274"/>
          <a:ext cx="2046063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User Stories</a:t>
          </a:r>
          <a:endParaRPr lang="en-US" sz="1700" kern="1200"/>
        </a:p>
      </dsp:txBody>
      <dsp:txXfrm>
        <a:off x="1600536" y="1551256"/>
        <a:ext cx="2016099" cy="481551"/>
      </dsp:txXfrm>
    </dsp:sp>
    <dsp:sp modelId="{DAFA2C8D-064F-4F66-B800-5C5F805F7E6B}">
      <dsp:nvSpPr>
        <dsp:cNvPr id="0" name=""/>
        <dsp:cNvSpPr/>
      </dsp:nvSpPr>
      <dsp:spPr>
        <a:xfrm rot="5400000">
          <a:off x="2512677" y="2060577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2539532" y="2079759"/>
        <a:ext cx="138110" cy="134273"/>
      </dsp:txXfrm>
    </dsp:sp>
    <dsp:sp modelId="{E68C045A-ED0C-4621-9711-E0CA4072FBAC}">
      <dsp:nvSpPr>
        <dsp:cNvPr id="0" name=""/>
        <dsp:cNvSpPr/>
      </dsp:nvSpPr>
      <dsp:spPr>
        <a:xfrm>
          <a:off x="1585554" y="2303547"/>
          <a:ext cx="2046063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Projektmanagement</a:t>
          </a:r>
          <a:endParaRPr lang="en-US" sz="1700" kern="1200"/>
        </a:p>
      </dsp:txBody>
      <dsp:txXfrm>
        <a:off x="1600536" y="2318529"/>
        <a:ext cx="2016099" cy="481551"/>
      </dsp:txXfrm>
    </dsp:sp>
    <dsp:sp modelId="{DBA29B26-DA37-4B03-AFAC-1BD570C36D18}">
      <dsp:nvSpPr>
        <dsp:cNvPr id="0" name=""/>
        <dsp:cNvSpPr/>
      </dsp:nvSpPr>
      <dsp:spPr>
        <a:xfrm rot="5400000">
          <a:off x="2512677" y="2827851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2539532" y="2847033"/>
        <a:ext cx="138110" cy="134273"/>
      </dsp:txXfrm>
    </dsp:sp>
    <dsp:sp modelId="{ED85992D-42DE-4D2A-BF2B-9C0F1B22A031}">
      <dsp:nvSpPr>
        <dsp:cNvPr id="0" name=""/>
        <dsp:cNvSpPr/>
      </dsp:nvSpPr>
      <dsp:spPr>
        <a:xfrm>
          <a:off x="1585554" y="3070821"/>
          <a:ext cx="2046063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Live Demo</a:t>
          </a:r>
          <a:endParaRPr lang="en-US" sz="1700" kern="1200"/>
        </a:p>
      </dsp:txBody>
      <dsp:txXfrm>
        <a:off x="1600536" y="3085803"/>
        <a:ext cx="2016099" cy="481551"/>
      </dsp:txXfrm>
    </dsp:sp>
    <dsp:sp modelId="{300EDB13-936B-45D2-BA18-8786F9618F74}">
      <dsp:nvSpPr>
        <dsp:cNvPr id="0" name=""/>
        <dsp:cNvSpPr/>
      </dsp:nvSpPr>
      <dsp:spPr>
        <a:xfrm rot="5400000">
          <a:off x="2512677" y="3595125"/>
          <a:ext cx="191818" cy="2301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2539532" y="3614307"/>
        <a:ext cx="138110" cy="134273"/>
      </dsp:txXfrm>
    </dsp:sp>
    <dsp:sp modelId="{B196D2AE-3217-40E0-A884-77F1276C67D1}">
      <dsp:nvSpPr>
        <dsp:cNvPr id="0" name=""/>
        <dsp:cNvSpPr/>
      </dsp:nvSpPr>
      <dsp:spPr>
        <a:xfrm>
          <a:off x="1585554" y="3838095"/>
          <a:ext cx="2046063" cy="511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Q &amp; A</a:t>
          </a:r>
          <a:endParaRPr lang="en-US" sz="1700" kern="1200"/>
        </a:p>
      </dsp:txBody>
      <dsp:txXfrm>
        <a:off x="1600536" y="3853077"/>
        <a:ext cx="2016099" cy="4815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B6FAB-B06F-4D82-8A01-B16EE71D802E}">
      <dsp:nvSpPr>
        <dsp:cNvPr id="0" name=""/>
        <dsp:cNvSpPr/>
      </dsp:nvSpPr>
      <dsp:spPr>
        <a:xfrm>
          <a:off x="0" y="401229"/>
          <a:ext cx="4974771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Als User möchte ich, eine CSV-Datei einlesen können, in der die Mitarbeiter ihre Zeitstempelungen + Pensum aufgeführt haben.</a:t>
          </a:r>
          <a:endParaRPr lang="en-US" sz="1200" kern="1200" dirty="0"/>
        </a:p>
      </dsp:txBody>
      <dsp:txXfrm>
        <a:off x="23303" y="424532"/>
        <a:ext cx="4928165" cy="430753"/>
      </dsp:txXfrm>
    </dsp:sp>
    <dsp:sp modelId="{F0F8B68C-FC52-4EAF-9A10-23388EDD7ED8}">
      <dsp:nvSpPr>
        <dsp:cNvPr id="0" name=""/>
        <dsp:cNvSpPr/>
      </dsp:nvSpPr>
      <dsp:spPr>
        <a:xfrm>
          <a:off x="0" y="913149"/>
          <a:ext cx="4974771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Als User möchte ich, eine Übersicht der Überstunden jedes einzelnen Mitarbeiters erhalten.</a:t>
          </a:r>
          <a:endParaRPr lang="en-US" sz="1200" kern="1200" dirty="0"/>
        </a:p>
      </dsp:txBody>
      <dsp:txXfrm>
        <a:off x="23303" y="936452"/>
        <a:ext cx="4928165" cy="430753"/>
      </dsp:txXfrm>
    </dsp:sp>
    <dsp:sp modelId="{38C49ABD-458D-44DA-804A-726C505362C9}">
      <dsp:nvSpPr>
        <dsp:cNvPr id="0" name=""/>
        <dsp:cNvSpPr/>
      </dsp:nvSpPr>
      <dsp:spPr>
        <a:xfrm>
          <a:off x="0" y="1425069"/>
          <a:ext cx="4974771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Als User möchte ich, eine Übersicht der Minusstunden jedes einzelnen Mitarbeiters erhalten.</a:t>
          </a:r>
          <a:endParaRPr lang="en-US" sz="1200" kern="1200" dirty="0"/>
        </a:p>
      </dsp:txBody>
      <dsp:txXfrm>
        <a:off x="23303" y="1448372"/>
        <a:ext cx="4928165" cy="430753"/>
      </dsp:txXfrm>
    </dsp:sp>
    <dsp:sp modelId="{C71D8524-2FB4-4C97-8B0B-8B202DF2F3A2}">
      <dsp:nvSpPr>
        <dsp:cNvPr id="0" name=""/>
        <dsp:cNvSpPr/>
      </dsp:nvSpPr>
      <dsp:spPr>
        <a:xfrm>
          <a:off x="0" y="1936989"/>
          <a:ext cx="4974771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Als User möchte ich, eine Angabe des Pensums des Mitarbeiters erhalten.</a:t>
          </a:r>
          <a:endParaRPr lang="en-US" sz="1200" kern="1200" dirty="0"/>
        </a:p>
      </dsp:txBody>
      <dsp:txXfrm>
        <a:off x="23303" y="1960292"/>
        <a:ext cx="4928165" cy="430753"/>
      </dsp:txXfrm>
    </dsp:sp>
    <dsp:sp modelId="{597AF282-CF58-4569-85E7-89BFD2F16EB5}">
      <dsp:nvSpPr>
        <dsp:cNvPr id="0" name=""/>
        <dsp:cNvSpPr/>
      </dsp:nvSpPr>
      <dsp:spPr>
        <a:xfrm>
          <a:off x="0" y="2448909"/>
          <a:ext cx="4974771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Als User möchte ich, die Arbeitszeiteinhaltung, am Pensum des Mitarbeiters angepasst, erhalten.</a:t>
          </a:r>
          <a:endParaRPr lang="en-US" sz="1200" kern="1200" dirty="0"/>
        </a:p>
      </dsp:txBody>
      <dsp:txXfrm>
        <a:off x="23303" y="2472212"/>
        <a:ext cx="4928165" cy="430753"/>
      </dsp:txXfrm>
    </dsp:sp>
    <dsp:sp modelId="{12595FA6-2945-4E58-A0BB-0BF255863939}">
      <dsp:nvSpPr>
        <dsp:cNvPr id="0" name=""/>
        <dsp:cNvSpPr/>
      </dsp:nvSpPr>
      <dsp:spPr>
        <a:xfrm>
          <a:off x="0" y="2960829"/>
          <a:ext cx="4974771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Als User möchte ich, eine Angabe erhalten ob die, vertraglichen Rahmenbedingungen verletzt wurden.</a:t>
          </a:r>
          <a:endParaRPr lang="en-US" sz="1200" kern="1200" dirty="0"/>
        </a:p>
      </dsp:txBody>
      <dsp:txXfrm>
        <a:off x="23303" y="2984132"/>
        <a:ext cx="4928165" cy="430753"/>
      </dsp:txXfrm>
    </dsp:sp>
    <dsp:sp modelId="{9491E719-7F79-497D-8300-214ED78123A8}">
      <dsp:nvSpPr>
        <dsp:cNvPr id="0" name=""/>
        <dsp:cNvSpPr/>
      </dsp:nvSpPr>
      <dsp:spPr>
        <a:xfrm>
          <a:off x="0" y="3472749"/>
          <a:ext cx="4974771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Als User möchte ich, eine Meldung kriegen wenn eine Rahmenbedingung nicht eingehalten wurde und eine Begründung dazu erhalten.</a:t>
          </a:r>
          <a:endParaRPr lang="en-US" sz="1200" kern="1200" dirty="0"/>
        </a:p>
      </dsp:txBody>
      <dsp:txXfrm>
        <a:off x="23303" y="3496052"/>
        <a:ext cx="4928165" cy="4307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F7183B-39E2-4B16-A40A-5094959F7CE3}">
      <dsp:nvSpPr>
        <dsp:cNvPr id="0" name=""/>
        <dsp:cNvSpPr/>
      </dsp:nvSpPr>
      <dsp:spPr>
        <a:xfrm>
          <a:off x="0" y="48969"/>
          <a:ext cx="4974771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400" kern="1200"/>
            <a:t>Arbeitsteilung nach Teilen</a:t>
          </a:r>
          <a:endParaRPr lang="en-US" sz="3400" kern="1200"/>
        </a:p>
      </dsp:txBody>
      <dsp:txXfrm>
        <a:off x="66025" y="114994"/>
        <a:ext cx="4842721" cy="1220470"/>
      </dsp:txXfrm>
    </dsp:sp>
    <dsp:sp modelId="{D5B01047-AD1C-4613-8E95-D2DEC18E1145}">
      <dsp:nvSpPr>
        <dsp:cNvPr id="0" name=""/>
        <dsp:cNvSpPr/>
      </dsp:nvSpPr>
      <dsp:spPr>
        <a:xfrm>
          <a:off x="0" y="1499409"/>
          <a:ext cx="4974771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400" kern="1200"/>
            <a:t>Highlights</a:t>
          </a:r>
          <a:endParaRPr lang="en-US" sz="3400" kern="1200"/>
        </a:p>
      </dsp:txBody>
      <dsp:txXfrm>
        <a:off x="66025" y="1565434"/>
        <a:ext cx="4842721" cy="1220470"/>
      </dsp:txXfrm>
    </dsp:sp>
    <dsp:sp modelId="{2A302A9C-6DBA-4174-A15B-4421C9F401AF}">
      <dsp:nvSpPr>
        <dsp:cNvPr id="0" name=""/>
        <dsp:cNvSpPr/>
      </dsp:nvSpPr>
      <dsp:spPr>
        <a:xfrm>
          <a:off x="0" y="2949848"/>
          <a:ext cx="4974771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400" kern="1200"/>
            <a:t>Bugs / Issues</a:t>
          </a:r>
          <a:endParaRPr lang="en-US" sz="3400" kern="1200"/>
        </a:p>
      </dsp:txBody>
      <dsp:txXfrm>
        <a:off x="66025" y="3015873"/>
        <a:ext cx="4842721" cy="1220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12/13/2025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4302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12/13/2025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4655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12/13/2025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57562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12/13/2025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13089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12/13/2025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406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12/13/2025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1703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12/13/2025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8341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12/13/2025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93046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12/13/2025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1321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12/13/2025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0445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12/13/2025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5390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78CBAE-7A44-45F7-94F3-E2A86F2CD231}" type="datetimeFigureOut">
              <a:rPr lang="en-CH" smtClean="0"/>
              <a:t>12/13/2025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0A1C0C2-C920-4DF3-86EC-9C28B9D08EEA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2063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14668C-1554-9F89-BD70-983A2DFDC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de-CH" sz="4600" dirty="0" err="1">
                <a:solidFill>
                  <a:schemeClr val="bg1"/>
                </a:solidFill>
              </a:rPr>
              <a:t>Zeitstemplungssystem</a:t>
            </a:r>
            <a:endParaRPr lang="en-CH" sz="46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AA85C-CE97-89D0-4347-111DB5558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endParaRPr lang="en-CH" sz="2000">
              <a:solidFill>
                <a:schemeClr val="bg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035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66E1C-7D50-6713-CDD9-695D4F2A1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de-CH">
                <a:solidFill>
                  <a:schemeClr val="bg1"/>
                </a:solidFill>
              </a:rPr>
              <a:t>Agenda</a:t>
            </a:r>
            <a:endParaRPr lang="en-CH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109F365F-AD97-3E67-214E-6BF17617F5B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4868" y="1130846"/>
          <a:ext cx="521717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670345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7E1B9-41AD-C495-00C0-5D0A87EF0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de-CH">
                <a:solidFill>
                  <a:schemeClr val="bg1"/>
                </a:solidFill>
              </a:rPr>
              <a:t>Themawahl</a:t>
            </a:r>
            <a:endParaRPr lang="en-CH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65A34-5C7F-5745-6BE5-9469B0ABF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de-CH" dirty="0">
                <a:solidFill>
                  <a:schemeClr val="bg1"/>
                </a:solidFill>
              </a:rPr>
              <a:t>Umgang mit genormten Datensätzen und deren Validierung</a:t>
            </a:r>
          </a:p>
          <a:p>
            <a:r>
              <a:rPr lang="de-CH" dirty="0">
                <a:solidFill>
                  <a:schemeClr val="bg1"/>
                </a:solidFill>
              </a:rPr>
              <a:t>Interesse an Datenmodelierung</a:t>
            </a:r>
          </a:p>
          <a:p>
            <a:endParaRPr lang="en-CH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51552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D9707-3BF1-4981-0D8B-F4B5FA72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de-CH">
                <a:solidFill>
                  <a:schemeClr val="bg1"/>
                </a:solidFill>
              </a:rPr>
              <a:t>Projektziele</a:t>
            </a:r>
            <a:endParaRPr lang="en-CH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9C45D-6E7F-E7F0-C599-58B71B247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 fontScale="92500" lnSpcReduction="10000"/>
          </a:bodyPr>
          <a:lstStyle/>
          <a:p>
            <a:r>
              <a:rPr lang="de-DE" b="1" dirty="0">
                <a:solidFill>
                  <a:schemeClr val="bg1"/>
                </a:solidFill>
              </a:rPr>
              <a:t>Problem:</a:t>
            </a:r>
            <a:r>
              <a:rPr lang="de-DE" dirty="0">
                <a:solidFill>
                  <a:schemeClr val="bg1"/>
                </a:solidFill>
              </a:rPr>
              <a:t> </a:t>
            </a:r>
          </a:p>
          <a:p>
            <a:r>
              <a:rPr lang="de-DE" dirty="0">
                <a:solidFill>
                  <a:schemeClr val="bg1"/>
                </a:solidFill>
              </a:rPr>
              <a:t>Der Vorgesetzte der Firma Epsilon erhält ein CSV-File aus dem veralteten Stempelungs-system, in welchem alle Mitarbeiter ihre gestempelten Zeiten eintragen haben. </a:t>
            </a:r>
          </a:p>
          <a:p>
            <a:r>
              <a:rPr lang="de-DE" dirty="0">
                <a:solidFill>
                  <a:schemeClr val="bg1"/>
                </a:solidFill>
              </a:rPr>
              <a:t>Derzeitig muss er diese manuell nachtragen und überprüfen.</a:t>
            </a:r>
          </a:p>
          <a:p>
            <a:r>
              <a:rPr lang="de-DE" dirty="0">
                <a:solidFill>
                  <a:schemeClr val="bg1"/>
                </a:solidFill>
              </a:rPr>
              <a:t>Mithilfe unseres Programms diesen Vorgang automatisieren</a:t>
            </a:r>
          </a:p>
          <a:p>
            <a:endParaRPr lang="en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36153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1EC3DF-F16D-6C70-F744-A08E22924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de-CH">
                <a:solidFill>
                  <a:schemeClr val="bg1"/>
                </a:solidFill>
              </a:rPr>
              <a:t>User Stories</a:t>
            </a:r>
            <a:endParaRPr lang="en-CH">
              <a:solidFill>
                <a:schemeClr val="bg1"/>
              </a:solidFill>
            </a:endParaRP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BB21E1D7-D196-5E3C-0F43-CB035B4378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8379219"/>
              </p:ext>
            </p:extLst>
          </p:nvPr>
        </p:nvGraphicFramePr>
        <p:xfrm>
          <a:off x="6477270" y="1130846"/>
          <a:ext cx="497477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606529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93CCB5C-C98D-DF9D-1182-9AC3C3094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de-CH">
                <a:solidFill>
                  <a:schemeClr val="bg1"/>
                </a:solidFill>
              </a:rPr>
              <a:t>Projektmanagement</a:t>
            </a:r>
            <a:endParaRPr lang="en-CH">
              <a:solidFill>
                <a:schemeClr val="bg1"/>
              </a:solidFill>
            </a:endParaRP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EDF3F1E9-4BEC-4492-5E5E-43134BFB77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77270" y="1130846"/>
          <a:ext cx="497477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210414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2833068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FD1189F-9598-4281-8056-2845388D4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3068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3E04E1-D74F-4ED6-972C-035F4FEC4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1A97D9-C694-4307-818B-0C5BBF413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1053" y="819446"/>
            <a:ext cx="6964685" cy="5402463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1053" y="819446"/>
            <a:ext cx="6964685" cy="5402463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13658" y="727769"/>
            <a:ext cx="6964685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E74311-7DE5-916A-FACF-6598EDEE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765" y="1495956"/>
            <a:ext cx="6418471" cy="26920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Live Demo</a:t>
            </a:r>
            <a:b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54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7769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5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5326" y="343675"/>
            <a:ext cx="768186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7" name="Graphic 212">
            <a:extLst>
              <a:ext uri="{FF2B5EF4-FFF2-40B4-BE49-F238E27FC236}">
                <a16:creationId xmlns:a16="http://schemas.microsoft.com/office/drawing/2014/main" id="{5EC6B544-8C84-47A6-885D-A4F09EF5C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5326" y="343675"/>
            <a:ext cx="768186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67504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2C95C5C-6FBD-47FF-9CA6-066193539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7140" y="5100276"/>
            <a:ext cx="515928" cy="515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7140" y="5100276"/>
            <a:ext cx="515928" cy="5159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5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0853377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2E4F1-5B0D-6078-9666-D15C53080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Q&amp;A</a:t>
            </a:r>
            <a:b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endParaRPr lang="en-US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22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DB92E-9198-397C-B79C-0434C75E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B5CFC16-9BF7-0902-921A-3811CA0EE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59EDFAB-6523-CBA3-4EDC-0AEBF72B4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FFD96E-0374-7A4B-1629-8E634560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Repo:</a:t>
            </a:r>
            <a:b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https://github.com/M-Abdiu/My-Project-DEV-Container-included-</a:t>
            </a:r>
          </a:p>
        </p:txBody>
      </p:sp>
    </p:spTree>
    <p:extLst>
      <p:ext uri="{BB962C8B-B14F-4D97-AF65-F5344CB8AC3E}">
        <p14:creationId xmlns:p14="http://schemas.microsoft.com/office/powerpoint/2010/main" val="18220157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207</Words>
  <Application>Microsoft Office PowerPoint</Application>
  <PresentationFormat>Breitbild</PresentationFormat>
  <Paragraphs>31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Zeitstemplungssystem</vt:lpstr>
      <vt:lpstr>Agenda</vt:lpstr>
      <vt:lpstr>Themawahl</vt:lpstr>
      <vt:lpstr>Projektziele</vt:lpstr>
      <vt:lpstr>User Stories</vt:lpstr>
      <vt:lpstr>Projektmanagement</vt:lpstr>
      <vt:lpstr>Live Demo </vt:lpstr>
      <vt:lpstr>Q&amp;A </vt:lpstr>
      <vt:lpstr>Repo: https://github.com/M-Abdiu/My-Project-DEV-Container-included-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 Silva Meira (s)</dc:creator>
  <cp:lastModifiedBy>Mehmedali Abdiu (s)</cp:lastModifiedBy>
  <cp:revision>4</cp:revision>
  <dcterms:created xsi:type="dcterms:W3CDTF">2025-12-12T12:31:08Z</dcterms:created>
  <dcterms:modified xsi:type="dcterms:W3CDTF">2025-12-13T12:42:09Z</dcterms:modified>
</cp:coreProperties>
</file>